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495ECCD-55D8-40DA-B554-9396201637F5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BD1D8E-312B-4E95-ADD6-EDA1E2551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3A710CE-7863-4137-9B3D-21A84FBAE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6A47924A-BF53-4258-864E-20D6B2FA0A53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A318C869-6517-47F6-8039-307E881C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A47CE86-3DE1-4117-9EAC-33AD2BC9ABA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FBD6CDF-F62A-413E-9E9A-C0206048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D949070-FB30-4AA1-A94E-819A6996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C760BCEF-0386-4CB5-BC10-992B976031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EE6A40F-E9DF-4C72-B3E4-02A89D64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953B9BF4-B944-4532-A99F-821080E2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21C19B27-6DDD-4539-AF17-45E9E365990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494CBAD-53D8-4527-8999-3B3B2F0A445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1A718D1-3789-48E0-8B6E-6ED166F0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2368F78-0EDA-4A7A-AA1D-1BCE3688A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FACA870-0F5B-47DF-B2E9-C2A5DEFD2191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984178-4088-42FD-9C12-CD852A517C8C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BCC9F9-A78F-4361-8420-FFE231AB643A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292EEA-A7A4-4CF4-89BD-B8C295F5A4D7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AE2102-509B-4AA5-99EF-B6BC530C0E42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5A4A9-53FC-4B66-B39A-27C9933FE786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C97C8F4-E3BA-4C14-8820-4F86217BFC4D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82B5C2-BAA1-42C5-B2CB-AB7855F1F123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DC30CC-C656-4BB7-B92C-8779F382814A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3.2 · Reporte de práctica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EE40C4-0A9B-450E-B3D4-0E270B5FFA5D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Comalapa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, Chiapas. </a:t>
            </a:r>
            <a:r>
              <a:rPr lang="es-MX" sz="165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03 de septiembre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14227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D723CDE-A2FA-44B2-86F3-FD58FD91943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57B4B2-5953-4BD0-A8F6-66AEDA810C9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A41A48-1031-4756-8ACB-6F687D956C9D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Planear un proyecto requiere ordenar actividades, estimar su duración y reconocer qué tareas dependen de otras. Esta práctica desarrolla un esquema para ReservaLab, MaterialControl y TurnoCampus. Los ejemplos relacionan el cronograma, la organización del trabajo, los responsables y los riesgos con la información que se puede registrar en ProjectLibre.</a:t>
            </a:r>
          </a:p>
        </p:txBody>
      </p:sp>
    </p:spTree>
    <p:extLst>
      <p:ext uri="{BB962C8B-B14F-4D97-AF65-F5344CB8AC3E}">
        <p14:creationId xmlns:p14="http://schemas.microsoft.com/office/powerpoint/2010/main" val="20419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4A361DB-866A-4328-AF59-37B7EC1DD39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5D0E60-FF56-45A7-8936-00D9C1560E4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7D77F3-BD64-4594-9BD8-156E2BA4E112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planeación permite revisar si el tiempo y los recursos son suficientes para alcanzar una primera versión. Organizar las tareas ayuda a detectar actividades que necesitan completarse antes de comenzar otras. También permite identificar responsabilidades y anticipar situaciones que pueden afectar la entrega.</a:t>
            </a:r>
          </a:p>
        </p:txBody>
      </p:sp>
    </p:spTree>
    <p:extLst>
      <p:ext uri="{BB962C8B-B14F-4D97-AF65-F5344CB8AC3E}">
        <p14:creationId xmlns:p14="http://schemas.microsoft.com/office/powerpoint/2010/main" val="96021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E18C433-00BF-4F25-A3B7-E29E7507711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1: preparación de la planeación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DD8223-D7AA-427B-B32F-FC83BE2DE77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CE0442-9924-4723-9856-2886E28C1CD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89AD34-E1CC-452B-B99B-C96655D27680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Nombre del sistema.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Objetivo de la primera versión.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Actividades y duración.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Responsables y recursos.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44A1CF-65C0-48C3-8C69-1A388F8083F4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Organización de las vistas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346B09-CF6C-4421-AFCA-0F17D7CEF16C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tabla de tareas reúne las actividades.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Gantt distribuye el trabajo en el tiempo.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hoja de recursos registra personas y medios de apoyo.</a:t>
            </a:r>
          </a:p>
        </p:txBody>
      </p:sp>
    </p:spTree>
    <p:extLst>
      <p:ext uri="{BB962C8B-B14F-4D97-AF65-F5344CB8AC3E}">
        <p14:creationId xmlns:p14="http://schemas.microsoft.com/office/powerpoint/2010/main" val="132351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056561-B46F-40D4-A3D0-DB1674EB753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2: registro de actividades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3A5DFB-CAF2-4133-A524-CD19EFBE741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4E2550-83FA-414C-9622-1B75290D9F80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Ejemplo de ReservaLab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A6183C-60BB-42AB-A026-B5CA11E99B7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requisitos.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Diseñar la interfaz.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Preparar las reservas.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horarios.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Documentar la entrega.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E340F2-5A8B-4A7A-9EAD-E7093A24390C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 para cada tarea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ADF643-7E0E-437E-ABCA-6D854B8EC5BB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Nombre y duración estimada.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Predecesora cuando corresponda.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de la actividad.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Criterio para considerar terminado el trabajo.</a:t>
            </a:r>
          </a:p>
        </p:txBody>
      </p:sp>
    </p:spTree>
    <p:extLst>
      <p:ext uri="{BB962C8B-B14F-4D97-AF65-F5344CB8AC3E}">
        <p14:creationId xmlns:p14="http://schemas.microsoft.com/office/powerpoint/2010/main" val="176885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BE097290-885C-42E0-8058-D1FD7EA752C2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AB45D4-5D97-4A23-A76E-13A885F813AC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Distribución de ReservaLab en seis semanas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CEAC00-BD9D-4230-B609-9A0FA33EC6A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161EA6-F80F-41A3-BE83-73267E4EDE4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Etapa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6CE056-21D0-4443-A6C0-8438685B8A3C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2373B0-DBAB-40C6-B921-52B512F0BA12}"/>
              </a:ext>
            </a:extLst>
          </p:cNvPr>
          <p:cNvSpPr>
            <a:spLocks noGrp="1"/>
          </p:cNvSpPr>
          <p:nvPr/>
        </p:nvSpPr>
        <p:spPr>
          <a:xfrm>
            <a:off x="59245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2D23745-35E7-4931-8095-A9844F5511AB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CAC81F-A7AF-4C86-B9E0-2E635E12EA11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A0DFF71-D8C4-4CC0-95DB-C94D02EF8AE4}"/>
              </a:ext>
            </a:extLst>
          </p:cNvPr>
          <p:cNvSpPr>
            <a:spLocks noGrp="1"/>
          </p:cNvSpPr>
          <p:nvPr/>
        </p:nvSpPr>
        <p:spPr>
          <a:xfrm>
            <a:off x="91249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5DC6E-E6D6-4CBD-A431-243E8A9DBC23}"/>
              </a:ext>
            </a:extLst>
          </p:cNvPr>
          <p:cNvSpPr>
            <a:spLocks noGrp="1"/>
          </p:cNvSpPr>
          <p:nvPr/>
        </p:nvSpPr>
        <p:spPr>
          <a:xfrm>
            <a:off x="101917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F651962-94E6-42DB-A1F9-07755386D508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Requisitos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663CF44-0170-428D-B9AA-0A0FC2C92447}"/>
              </a:ext>
            </a:extLst>
          </p:cNvPr>
          <p:cNvSpPr>
            <a:spLocks noGrp="1"/>
          </p:cNvSpPr>
          <p:nvPr/>
        </p:nvSpPr>
        <p:spPr>
          <a:xfrm>
            <a:off x="4857750" y="269557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94DFF3-892B-44A2-A595-2220B07347E8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2EE4F5-1B05-41AE-AAF1-9F5CB31F8E33}"/>
              </a:ext>
            </a:extLst>
          </p:cNvPr>
          <p:cNvSpPr>
            <a:spLocks noGrp="1"/>
          </p:cNvSpPr>
          <p:nvPr/>
        </p:nvSpPr>
        <p:spPr>
          <a:xfrm>
            <a:off x="5924550" y="328612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727F789-65E4-4E08-B328-24C81343395B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DFCC72B-2934-4184-A29D-DFAEB344A805}"/>
              </a:ext>
            </a:extLst>
          </p:cNvPr>
          <p:cNvSpPr>
            <a:spLocks noGrp="1"/>
          </p:cNvSpPr>
          <p:nvPr/>
        </p:nvSpPr>
        <p:spPr>
          <a:xfrm>
            <a:off x="6991350" y="3876675"/>
            <a:ext cx="20193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9AF9CD-D742-414A-8563-95FC0235A3D9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41BE5D5-210C-4F4A-9E8F-29907A945AE0}"/>
              </a:ext>
            </a:extLst>
          </p:cNvPr>
          <p:cNvSpPr>
            <a:spLocks noGrp="1"/>
          </p:cNvSpPr>
          <p:nvPr/>
        </p:nvSpPr>
        <p:spPr>
          <a:xfrm>
            <a:off x="9124950" y="446722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0D52565-2F0F-4D6F-9059-099E91699F80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B0F5880-3A23-43D1-91AF-9EA457827107}"/>
              </a:ext>
            </a:extLst>
          </p:cNvPr>
          <p:cNvSpPr>
            <a:spLocks noGrp="1"/>
          </p:cNvSpPr>
          <p:nvPr/>
        </p:nvSpPr>
        <p:spPr>
          <a:xfrm>
            <a:off x="10191750" y="505777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5834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2868497-1900-4AB5-9620-D22A8256283B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3: recursos y responsables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7C898E5-3ACE-426E-8733-3D170A3515B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544AED-DAB5-45CF-824A-3320EFDFB74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humanos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1E511A-4DE6-419F-BDDA-D9100B0D67DA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Coordinación: revisar el alcance.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Desarrollo: preparar funciones.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Pruebas: revisar los resultados.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098E07-40CB-45E1-B82C-EA69F6C09592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de apoyo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F63E38-D1C6-4250-A786-A4DFC661056E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Computadora de trabajo.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Entorno de pruebas.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Base de datos.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Las asignaciones deben revisarse para evitar exceso de trabajo en una persona.</a:t>
            </a:r>
          </a:p>
        </p:txBody>
      </p:sp>
    </p:spTree>
    <p:extLst>
      <p:ext uri="{BB962C8B-B14F-4D97-AF65-F5344CB8AC3E}">
        <p14:creationId xmlns:p14="http://schemas.microsoft.com/office/powerpoint/2010/main" val="27333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1313952-E955-47B3-9510-B135A7FAA79E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724FB0-F2E2-4723-A11A-21F4240C9009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4: división del trabajo de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EF7757-91F6-49FC-90B5-A818CBEBBA4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C8110B-AA4E-4CE3-A8BD-53C67876000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Definición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62B2E7-7225-498D-81E2-7F9EE4B438FA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1.1 Requisitos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1.2 Reglas de inventario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1.3 Alcance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BBC9B4-565B-4C58-9F65-1F96902B9486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Construcción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935497-DCDA-4448-9BF0-71C735E1BAFB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2.1 Catálogo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2.2 Préstamos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2.3 Devoluciones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A52255-1755-49B4-B60F-EDC4DE73592B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Entrega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F09006-F509-4D17-A454-BB7EB2ED7C44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3.1 Revisión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3.2 Manual de uso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3.3 Aceptación</a:t>
            </a:r>
          </a:p>
        </p:txBody>
      </p:sp>
    </p:spTree>
    <p:extLst>
      <p:ext uri="{BB962C8B-B14F-4D97-AF65-F5344CB8AC3E}">
        <p14:creationId xmlns:p14="http://schemas.microsoft.com/office/powerpoint/2010/main" val="150339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C75027A5-9234-4B8C-9AA8-F4D021FEB48A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823555-EFE9-4FCA-B091-810A1872EB66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Asignación de responsabilidades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D0CA4F2-7EBA-4C86-9CC2-B87E1B9678B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F8674A3-BFB3-4E6B-9359-1523118643FB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AFC87E-5DB8-46A8-8A12-95A0E0B80363}"/>
              </a:ext>
            </a:extLst>
          </p:cNvPr>
          <p:cNvSpPr>
            <a:spLocks noGrp="1"/>
          </p:cNvSpPr>
          <p:nvPr/>
        </p:nvSpPr>
        <p:spPr>
          <a:xfrm>
            <a:off x="423862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B53915B-78C5-423E-A695-650E53264E90}"/>
              </a:ext>
            </a:extLst>
          </p:cNvPr>
          <p:cNvSpPr>
            <a:spLocks noGrp="1"/>
          </p:cNvSpPr>
          <p:nvPr/>
        </p:nvSpPr>
        <p:spPr>
          <a:xfrm>
            <a:off x="604837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A546D5-5FE6-4136-8359-3CD6B98D9154}"/>
              </a:ext>
            </a:extLst>
          </p:cNvPr>
          <p:cNvSpPr>
            <a:spLocks noGrp="1"/>
          </p:cNvSpPr>
          <p:nvPr/>
        </p:nvSpPr>
        <p:spPr>
          <a:xfrm>
            <a:off x="785812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B92516-6494-4E36-B99D-093680C1B9D2}"/>
              </a:ext>
            </a:extLst>
          </p:cNvPr>
          <p:cNvSpPr>
            <a:spLocks noGrp="1"/>
          </p:cNvSpPr>
          <p:nvPr/>
        </p:nvSpPr>
        <p:spPr>
          <a:xfrm>
            <a:off x="966787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Almacén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0DF51F-8A27-43E4-B1FC-639CA2E464C0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requisitos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D20183-1406-4022-8DBC-CFB6D037DA40}"/>
              </a:ext>
            </a:extLst>
          </p:cNvPr>
          <p:cNvSpPr>
            <a:spLocks noGrp="1"/>
          </p:cNvSpPr>
          <p:nvPr/>
        </p:nvSpPr>
        <p:spPr>
          <a:xfrm>
            <a:off x="423862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A30129-4ED8-474C-AB3E-7E82045CF155}"/>
              </a:ext>
            </a:extLst>
          </p:cNvPr>
          <p:cNvSpPr>
            <a:spLocks noGrp="1"/>
          </p:cNvSpPr>
          <p:nvPr/>
        </p:nvSpPr>
        <p:spPr>
          <a:xfrm>
            <a:off x="604837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1D0F0B-CCDE-466F-AA9E-93532EE72E24}"/>
              </a:ext>
            </a:extLst>
          </p:cNvPr>
          <p:cNvSpPr>
            <a:spLocks noGrp="1"/>
          </p:cNvSpPr>
          <p:nvPr/>
        </p:nvSpPr>
        <p:spPr>
          <a:xfrm>
            <a:off x="785812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E388611-34A9-483A-8B95-2CAF61A92AF6}"/>
              </a:ext>
            </a:extLst>
          </p:cNvPr>
          <p:cNvSpPr>
            <a:spLocks noGrp="1"/>
          </p:cNvSpPr>
          <p:nvPr/>
        </p:nvSpPr>
        <p:spPr>
          <a:xfrm>
            <a:off x="966787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7865AFC-9FF4-460A-B76B-B50026ED62D8}"/>
              </a:ext>
            </a:extLst>
          </p:cNvPr>
          <p:cNvSpPr>
            <a:spLocks noGrp="1"/>
          </p:cNvSpPr>
          <p:nvPr/>
        </p:nvSpPr>
        <p:spPr>
          <a:xfrm>
            <a:off x="714375" y="36099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Preparar el catálogo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C5F3368-5B1B-4CCC-8904-7DF591A3EC30}"/>
              </a:ext>
            </a:extLst>
          </p:cNvPr>
          <p:cNvSpPr>
            <a:spLocks noGrp="1"/>
          </p:cNvSpPr>
          <p:nvPr/>
        </p:nvSpPr>
        <p:spPr>
          <a:xfrm>
            <a:off x="423862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878D00C-5D66-47DE-9CF8-B36BA579EDE0}"/>
              </a:ext>
            </a:extLst>
          </p:cNvPr>
          <p:cNvSpPr>
            <a:spLocks noGrp="1"/>
          </p:cNvSpPr>
          <p:nvPr/>
        </p:nvSpPr>
        <p:spPr>
          <a:xfrm>
            <a:off x="604837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6566EC1-FC7B-4A5D-8BBB-BA58F87CB145}"/>
              </a:ext>
            </a:extLst>
          </p:cNvPr>
          <p:cNvSpPr>
            <a:spLocks noGrp="1"/>
          </p:cNvSpPr>
          <p:nvPr/>
        </p:nvSpPr>
        <p:spPr>
          <a:xfrm>
            <a:off x="785812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A43370A-5378-4C61-AF9C-631B1B2E79C0}"/>
              </a:ext>
            </a:extLst>
          </p:cNvPr>
          <p:cNvSpPr>
            <a:spLocks noGrp="1"/>
          </p:cNvSpPr>
          <p:nvPr/>
        </p:nvSpPr>
        <p:spPr>
          <a:xfrm>
            <a:off x="966787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DF2C7C9-A0A1-47E1-ACC1-594271212B54}"/>
              </a:ext>
            </a:extLst>
          </p:cNvPr>
          <p:cNvSpPr>
            <a:spLocks noGrp="1"/>
          </p:cNvSpPr>
          <p:nvPr/>
        </p:nvSpPr>
        <p:spPr>
          <a:xfrm>
            <a:off x="714375" y="42195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préstamos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BA8F541-93CA-47C9-99B8-32E5AC5E91C3}"/>
              </a:ext>
            </a:extLst>
          </p:cNvPr>
          <p:cNvSpPr>
            <a:spLocks noGrp="1"/>
          </p:cNvSpPr>
          <p:nvPr/>
        </p:nvSpPr>
        <p:spPr>
          <a:xfrm>
            <a:off x="423862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7A77A4-E230-49B2-AF57-B30440A32CD5}"/>
              </a:ext>
            </a:extLst>
          </p:cNvPr>
          <p:cNvSpPr>
            <a:spLocks noGrp="1"/>
          </p:cNvSpPr>
          <p:nvPr/>
        </p:nvSpPr>
        <p:spPr>
          <a:xfrm>
            <a:off x="604837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EEDA01-96BC-4FE7-927D-ED6F1F028E83}"/>
              </a:ext>
            </a:extLst>
          </p:cNvPr>
          <p:cNvSpPr>
            <a:spLocks noGrp="1"/>
          </p:cNvSpPr>
          <p:nvPr/>
        </p:nvSpPr>
        <p:spPr>
          <a:xfrm>
            <a:off x="785812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8A31501-CD3E-4D33-AF39-F9FC3DB1A622}"/>
              </a:ext>
            </a:extLst>
          </p:cNvPr>
          <p:cNvSpPr>
            <a:spLocks noGrp="1"/>
          </p:cNvSpPr>
          <p:nvPr/>
        </p:nvSpPr>
        <p:spPr>
          <a:xfrm>
            <a:off x="966787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9D49C42-995E-484A-9467-A3C8868A0489}"/>
              </a:ext>
            </a:extLst>
          </p:cNvPr>
          <p:cNvSpPr>
            <a:spLocks noGrp="1"/>
          </p:cNvSpPr>
          <p:nvPr/>
        </p:nvSpPr>
        <p:spPr>
          <a:xfrm>
            <a:off x="714375" y="48291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Aceptar la entrega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535EE74-3C8D-41AE-936D-0EDD7155F9F4}"/>
              </a:ext>
            </a:extLst>
          </p:cNvPr>
          <p:cNvSpPr>
            <a:spLocks noGrp="1"/>
          </p:cNvSpPr>
          <p:nvPr/>
        </p:nvSpPr>
        <p:spPr>
          <a:xfrm>
            <a:off x="423862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A1D945C-56DF-41B7-A7F8-47F91C4082C7}"/>
              </a:ext>
            </a:extLst>
          </p:cNvPr>
          <p:cNvSpPr>
            <a:spLocks noGrp="1"/>
          </p:cNvSpPr>
          <p:nvPr/>
        </p:nvSpPr>
        <p:spPr>
          <a:xfrm>
            <a:off x="604837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FB6BF69-49FD-433B-9D31-1877649BA065}"/>
              </a:ext>
            </a:extLst>
          </p:cNvPr>
          <p:cNvSpPr>
            <a:spLocks noGrp="1"/>
          </p:cNvSpPr>
          <p:nvPr/>
        </p:nvSpPr>
        <p:spPr>
          <a:xfrm>
            <a:off x="785812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4E1CD59-3EB4-40D6-88AE-92E834DD71D1}"/>
              </a:ext>
            </a:extLst>
          </p:cNvPr>
          <p:cNvSpPr>
            <a:spLocks noGrp="1"/>
          </p:cNvSpPr>
          <p:nvPr/>
        </p:nvSpPr>
        <p:spPr>
          <a:xfrm>
            <a:off x="966787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73C41C6-4BA9-4C68-9551-CB92E56D3F3A}"/>
              </a:ext>
            </a:extLst>
          </p:cNvPr>
          <p:cNvSpPr>
            <a:spLocks noGrp="1"/>
          </p:cNvSpPr>
          <p:nvPr/>
        </p:nvSpPr>
        <p:spPr>
          <a:xfrm>
            <a:off x="714375" y="59055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R: realiza. A: aprueba. C: se consulta. I: recibe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70464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C6AE73BB-8D37-4AA4-B993-F63A6E1DDEF4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0E159BE-19EE-46F0-89DB-FC9E5831F1C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5: identificación de riesgos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E92CE5-BDC6-49DE-AAA7-DB4CF4A31021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21EEAC-311F-4030-8A03-D616F1A640E7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D9D824-16AD-4AFE-8DCF-067318413D35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1285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26A0A1-513B-4230-8CEE-F8B04EB34542}"/>
              </a:ext>
            </a:extLst>
          </p:cNvPr>
          <p:cNvSpPr>
            <a:spLocks noGrp="1"/>
          </p:cNvSpPr>
          <p:nvPr/>
        </p:nvSpPr>
        <p:spPr>
          <a:xfrm>
            <a:off x="5857875" y="2095500"/>
            <a:ext cx="123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B05FF6-7AD2-4FFB-B33A-D0E4A0BE6EFE}"/>
              </a:ext>
            </a:extLst>
          </p:cNvPr>
          <p:cNvSpPr>
            <a:spLocks noGrp="1"/>
          </p:cNvSpPr>
          <p:nvPr/>
        </p:nvSpPr>
        <p:spPr>
          <a:xfrm>
            <a:off x="7191375" y="2095500"/>
            <a:ext cx="1095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× I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832B0B-C9B5-4AEA-BD19-99AB530EC37A}"/>
              </a:ext>
            </a:extLst>
          </p:cNvPr>
          <p:cNvSpPr>
            <a:spLocks noGrp="1"/>
          </p:cNvSpPr>
          <p:nvPr/>
        </p:nvSpPr>
        <p:spPr>
          <a:xfrm>
            <a:off x="8429625" y="20955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719662E-1479-424C-A0F0-8E93459CD1B8}"/>
              </a:ext>
            </a:extLst>
          </p:cNvPr>
          <p:cNvSpPr>
            <a:spLocks noGrp="1"/>
          </p:cNvSpPr>
          <p:nvPr/>
        </p:nvSpPr>
        <p:spPr>
          <a:xfrm>
            <a:off x="714375" y="29527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Citas duplicadas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65CB49-5DFF-478A-BEC4-A493EE9ABD35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E6DD46-EAAC-4545-8820-6B52E4820D71}"/>
              </a:ext>
            </a:extLst>
          </p:cNvPr>
          <p:cNvSpPr>
            <a:spLocks noGrp="1"/>
          </p:cNvSpPr>
          <p:nvPr/>
        </p:nvSpPr>
        <p:spPr>
          <a:xfrm>
            <a:off x="5857875" y="29527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A26AEB9-FF55-45D6-8461-68725D9254AB}"/>
              </a:ext>
            </a:extLst>
          </p:cNvPr>
          <p:cNvSpPr>
            <a:spLocks noGrp="1"/>
          </p:cNvSpPr>
          <p:nvPr/>
        </p:nvSpPr>
        <p:spPr>
          <a:xfrm>
            <a:off x="7191375" y="29527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9DAA8C-C7A6-4F7F-B932-915D15741B6F}"/>
              </a:ext>
            </a:extLst>
          </p:cNvPr>
          <p:cNvSpPr>
            <a:spLocks noGrp="1"/>
          </p:cNvSpPr>
          <p:nvPr/>
        </p:nvSpPr>
        <p:spPr>
          <a:xfrm>
            <a:off x="8429625" y="29527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cupos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44BAE54-8F5D-420D-BEC5-ABF217653EDB}"/>
              </a:ext>
            </a:extLst>
          </p:cNvPr>
          <p:cNvSpPr>
            <a:spLocks noGrp="1"/>
          </p:cNvSpPr>
          <p:nvPr/>
        </p:nvSpPr>
        <p:spPr>
          <a:xfrm>
            <a:off x="714375" y="36004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Caída de conexión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7FBB077-6B34-4295-99F7-92402AC7FAD6}"/>
              </a:ext>
            </a:extLst>
          </p:cNvPr>
          <p:cNvSpPr>
            <a:spLocks noGrp="1"/>
          </p:cNvSpPr>
          <p:nvPr/>
        </p:nvSpPr>
        <p:spPr>
          <a:xfrm>
            <a:off x="4429125" y="36004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BA49665-B672-4066-85A6-10005590F5BA}"/>
              </a:ext>
            </a:extLst>
          </p:cNvPr>
          <p:cNvSpPr>
            <a:spLocks noGrp="1"/>
          </p:cNvSpPr>
          <p:nvPr/>
        </p:nvSpPr>
        <p:spPr>
          <a:xfrm>
            <a:off x="5857875" y="36004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A5839E-5F77-49C6-BE96-326DB496BB59}"/>
              </a:ext>
            </a:extLst>
          </p:cNvPr>
          <p:cNvSpPr>
            <a:spLocks noGrp="1"/>
          </p:cNvSpPr>
          <p:nvPr/>
        </p:nvSpPr>
        <p:spPr>
          <a:xfrm>
            <a:off x="7191375" y="36004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457D7-9ED1-451D-9F13-8ABC74926D12}"/>
              </a:ext>
            </a:extLst>
          </p:cNvPr>
          <p:cNvSpPr>
            <a:spLocks noGrp="1"/>
          </p:cNvSpPr>
          <p:nvPr/>
        </p:nvSpPr>
        <p:spPr>
          <a:xfrm>
            <a:off x="8429625" y="36004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Respaldo y reintento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0EA66B8-534F-4998-8122-81150EF0C723}"/>
              </a:ext>
            </a:extLst>
          </p:cNvPr>
          <p:cNvSpPr>
            <a:spLocks noGrp="1"/>
          </p:cNvSpPr>
          <p:nvPr/>
        </p:nvSpPr>
        <p:spPr>
          <a:xfrm>
            <a:off x="714375" y="42481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Cambio de horario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23F829-978A-4396-9A1A-AF707F875D88}"/>
              </a:ext>
            </a:extLst>
          </p:cNvPr>
          <p:cNvSpPr>
            <a:spLocks noGrp="1"/>
          </p:cNvSpPr>
          <p:nvPr/>
        </p:nvSpPr>
        <p:spPr>
          <a:xfrm>
            <a:off x="4429125" y="42481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6EF6CB4-96BB-4146-8685-19B86E415FE4}"/>
              </a:ext>
            </a:extLst>
          </p:cNvPr>
          <p:cNvSpPr>
            <a:spLocks noGrp="1"/>
          </p:cNvSpPr>
          <p:nvPr/>
        </p:nvSpPr>
        <p:spPr>
          <a:xfrm>
            <a:off x="5857875" y="42481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B257C7A-983F-4FDD-AFB0-CE8C29643BBC}"/>
              </a:ext>
            </a:extLst>
          </p:cNvPr>
          <p:cNvSpPr>
            <a:spLocks noGrp="1"/>
          </p:cNvSpPr>
          <p:nvPr/>
        </p:nvSpPr>
        <p:spPr>
          <a:xfrm>
            <a:off x="7191375" y="42481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8A53867-B5B1-41CA-B7B4-F16A772F26FC}"/>
              </a:ext>
            </a:extLst>
          </p:cNvPr>
          <p:cNvSpPr>
            <a:spLocks noGrp="1"/>
          </p:cNvSpPr>
          <p:nvPr/>
        </p:nvSpPr>
        <p:spPr>
          <a:xfrm>
            <a:off x="8429625" y="42481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Confirmar con el área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248AE4A-12D0-4D2C-A68C-68F7E538F57A}"/>
              </a:ext>
            </a:extLst>
          </p:cNvPr>
          <p:cNvSpPr>
            <a:spLocks noGrp="1"/>
          </p:cNvSpPr>
          <p:nvPr/>
        </p:nvSpPr>
        <p:spPr>
          <a:xfrm>
            <a:off x="714375" y="48958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Cancelación tardía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F6CF8A8-BEF9-4B52-ACFD-2E1C0767DF12}"/>
              </a:ext>
            </a:extLst>
          </p:cNvPr>
          <p:cNvSpPr>
            <a:spLocks noGrp="1"/>
          </p:cNvSpPr>
          <p:nvPr/>
        </p:nvSpPr>
        <p:spPr>
          <a:xfrm>
            <a:off x="4429125" y="48958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AA87374-4DBF-490B-8B34-8BCD8A221C61}"/>
              </a:ext>
            </a:extLst>
          </p:cNvPr>
          <p:cNvSpPr>
            <a:spLocks noGrp="1"/>
          </p:cNvSpPr>
          <p:nvPr/>
        </p:nvSpPr>
        <p:spPr>
          <a:xfrm>
            <a:off x="5857875" y="48958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4D7689D-BF0D-42EE-9AAC-0DC3BEB70329}"/>
              </a:ext>
            </a:extLst>
          </p:cNvPr>
          <p:cNvSpPr>
            <a:spLocks noGrp="1"/>
          </p:cNvSpPr>
          <p:nvPr/>
        </p:nvSpPr>
        <p:spPr>
          <a:xfrm>
            <a:off x="7191375" y="48958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EC9505B-EE57-4FA3-9F9B-5B50816989E9}"/>
              </a:ext>
            </a:extLst>
          </p:cNvPr>
          <p:cNvSpPr>
            <a:spLocks noGrp="1"/>
          </p:cNvSpPr>
          <p:nvPr/>
        </p:nvSpPr>
        <p:spPr>
          <a:xfrm>
            <a:off x="8429625" y="48958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Liberar el cupo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3D744F-B4CF-4227-8A1C-95EB0F001FE4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Escala: 1 baja, 2 media, 3 alta. Prioridad: 6–9 alta; 3–4 media; 1–2 baja.</a:t>
            </a:r>
          </a:p>
        </p:txBody>
      </p:sp>
    </p:spTree>
    <p:extLst>
      <p:ext uri="{BB962C8B-B14F-4D97-AF65-F5344CB8AC3E}">
        <p14:creationId xmlns:p14="http://schemas.microsoft.com/office/powerpoint/2010/main" val="22839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4623CB7-01EC-4A66-BFD1-537B6E18909C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567C9D-D3D9-425B-BC23-A0543A1B6AC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6: cálculo de la ruta crítica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A7117C-4B1C-4F6D-9C6A-F5EDE6264FF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B0FEB6-8055-4490-8290-E531D8781C0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y dependencias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4A2FD9-B094-4D35-80E8-A0C8B3A0A28E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A: requisitos, 2 días.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B: diseño, 3 días; depende de A.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C: reservas, 5 días; depende de B.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D: permisos, 4 días; depende de B.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E: revisión, 2 días; depende de C y D.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F: entrega, 1 día; depende de 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00A5D5-040B-48E5-971B-C9BFDABE41D0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Cálculo de las rutas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B9B463-8720-4F7D-9DA0-268FC233CD24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A–B–C–E–F = 2 + 3 + 5 + 2 + 1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Duración: 13 días.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A–B–D–E–F = 2 + 3 + 4 + 2 + 1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Duración: 12 días.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Ruta crítica: A–B–C–E–F.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Holgura de D: 1 día.</a:t>
            </a:r>
          </a:p>
        </p:txBody>
      </p:sp>
    </p:spTree>
    <p:extLst>
      <p:ext uri="{BB962C8B-B14F-4D97-AF65-F5344CB8AC3E}">
        <p14:creationId xmlns:p14="http://schemas.microsoft.com/office/powerpoint/2010/main" val="180517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3785881-218F-49C0-91FB-825F8C20129E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3C52AF-B9F7-4B18-A0CF-EBD6FF901D4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F04225-906D-4318-ADD8-48FA5E5E9D5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planeación reúne actividades, tiempos y responsabilidades en un esquema que facilita revisar el proyecto. El cronograma permite distribuir etapas, la EDT organiza entregables y la matriz RACI aclara la participación de cada rol. El análisis de riesgos y de la ruta crítica ayuda a identificar qué situaciones y tareas requieren mayor atención antes de desarrollar los sistemas.</a:t>
            </a:r>
          </a:p>
        </p:txBody>
      </p:sp>
    </p:spTree>
    <p:extLst>
      <p:ext uri="{BB962C8B-B14F-4D97-AF65-F5344CB8AC3E}">
        <p14:creationId xmlns:p14="http://schemas.microsoft.com/office/powerpoint/2010/main" val="8889076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DocSecurity>0</DocSecurity>
  <PresentationFormat>Panorámica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2026-10-04T03:27:07Z</dcterms:created>
  <dcterms:modified xsi:type="dcterms:W3CDTF">2026-10-04T09:32:31Z</dcterms:modified>
</cp:coreProperties>
</file>