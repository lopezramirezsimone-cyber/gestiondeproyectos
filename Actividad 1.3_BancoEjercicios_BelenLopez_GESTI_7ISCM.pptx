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académica. No representa implementación ni evidencia de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académica. No representa implementación ni evidencia de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académica. No representa implementación ni evidencia de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académica. No representa implementación ni evidencia de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académica. No representa implementación ni evidencia de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académica. No representa implementación ni evidencia de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académica. No representa implementación ni evidencia de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académica. No representa implementación ni evidencia de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académica. No representa implementación ni evidencia de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académica. No representa implementación ni evidencia de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académica. No representa implementación ni evidencia de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académica. No representa implementación ni evidencia de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académica. No representa implementación ni evidencia de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académica. No representa implementación ni evidencia de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académica. No representa implementación ni evidencia de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académica. No representa implementación ni evidencia de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académica. No representa implementación ni evidencia de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académica. No representa implementación ni evidencia de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académica. No representa implementación ni evidencia de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académica. No representa implementación ni evidencia de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académica. No representa implementación ni evidencia de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52A8FF9B-551C-42E0-9089-E4C59CFCB77C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CD3B628-AFB5-4705-98E5-FB6237BB5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768A51A4-16B3-4299-9DDB-224A2EE12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0A764A77-39EE-4CEC-A231-4B3397881AA3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BD383943-994D-469B-A571-FED99A644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1C628C36-127D-4CE1-B73A-4EF779FAF950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D07509D-6794-4AB0-8E00-B1919323C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428D7AF6-2558-4E59-ADB3-3BF3CFFF4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A61D015E-9988-4A26-B092-163C2C21287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EFB5C7C-F30D-4AFC-8946-ADE213760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B7689932-EA3A-4264-AECE-7BDB0F4BA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283FCB79-2139-4F78-B6EB-8700C4CF007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45170677-81D1-4FA5-8E2D-AE965694D05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9078BBC-8B76-453F-B4E3-512965045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5E1F42FF-8491-4673-9C31-2D702137E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8882" y="190500"/>
            <a:ext cx="2136110" cy="1047750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72000" y="212651"/>
            <a:ext cx="3190875" cy="660548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292953" y="361950"/>
            <a:ext cx="1369219" cy="9525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2C44A183-0D84-43A1-85EB-AA8A1C1619F3}"/>
              </a:ext>
            </a:extLst>
          </p:cNvPr>
          <p:cNvSpPr>
            <a:spLocks noGrp="1"/>
          </p:cNvSpPr>
          <p:nvPr/>
        </p:nvSpPr>
        <p:spPr>
          <a:xfrm>
            <a:off x="2381250" y="914400"/>
            <a:ext cx="7429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Instituto Tecnológico de Frontera Comalapa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5B5DF90-F262-414C-BB71-FF267C67983B}"/>
              </a:ext>
            </a:extLst>
          </p:cNvPr>
          <p:cNvSpPr>
            <a:spLocks noGrp="1"/>
          </p:cNvSpPr>
          <p:nvPr/>
        </p:nvSpPr>
        <p:spPr>
          <a:xfrm>
            <a:off x="2381250" y="1371600"/>
            <a:ext cx="7429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Modalidad Mixta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BFD3333-43B0-4664-99AA-35A6039BD55D}"/>
              </a:ext>
            </a:extLst>
          </p:cNvPr>
          <p:cNvSpPr>
            <a:spLocks noGrp="1"/>
          </p:cNvSpPr>
          <p:nvPr/>
        </p:nvSpPr>
        <p:spPr>
          <a:xfrm>
            <a:off x="2381250" y="1800225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Materia: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Gestión de proyectos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55ADDE7-FC98-4AFB-8AA0-4286486F2866}"/>
              </a:ext>
            </a:extLst>
          </p:cNvPr>
          <p:cNvSpPr>
            <a:spLocks noGrp="1"/>
          </p:cNvSpPr>
          <p:nvPr/>
        </p:nvSpPr>
        <p:spPr>
          <a:xfrm>
            <a:off x="2381250" y="2314575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Semestre: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Séptimo semestre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8A68F80-E763-484B-B6B5-D6419C4CABCF}"/>
              </a:ext>
            </a:extLst>
          </p:cNvPr>
          <p:cNvSpPr>
            <a:spLocks noGrp="1"/>
          </p:cNvSpPr>
          <p:nvPr/>
        </p:nvSpPr>
        <p:spPr>
          <a:xfrm>
            <a:off x="2381250" y="3038475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Especialidad: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Ingeniería en Sistemas Computacionales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AA378EB-41B6-4F3B-940B-2F844DF1EDB1}"/>
              </a:ext>
            </a:extLst>
          </p:cNvPr>
          <p:cNvSpPr>
            <a:spLocks noGrp="1"/>
          </p:cNvSpPr>
          <p:nvPr/>
        </p:nvSpPr>
        <p:spPr>
          <a:xfrm>
            <a:off x="2381250" y="3800475"/>
            <a:ext cx="7429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alumno: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F9CC3B3-2E7F-4EBA-AAAE-5414E95FCDE7}"/>
              </a:ext>
            </a:extLst>
          </p:cNvPr>
          <p:cNvSpPr>
            <a:spLocks noGrp="1"/>
          </p:cNvSpPr>
          <p:nvPr/>
        </p:nvSpPr>
        <p:spPr>
          <a:xfrm>
            <a:off x="2381250" y="4076700"/>
            <a:ext cx="7429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Simone Belén López Ramírez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0E501AA-5074-42A2-9132-77A3707E30DD}"/>
              </a:ext>
            </a:extLst>
          </p:cNvPr>
          <p:cNvSpPr>
            <a:spLocks noGrp="1"/>
          </p:cNvSpPr>
          <p:nvPr/>
        </p:nvSpPr>
        <p:spPr>
          <a:xfrm>
            <a:off x="2381250" y="4562475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docente: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Ing. Francisco Javier Mingo Velazquez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95F3525-C1B7-4AE8-8EE6-1F7CB5324DB4}"/>
              </a:ext>
            </a:extLst>
          </p:cNvPr>
          <p:cNvSpPr>
            <a:spLocks noGrp="1"/>
          </p:cNvSpPr>
          <p:nvPr/>
        </p:nvSpPr>
        <p:spPr>
          <a:xfrm>
            <a:off x="2381250" y="5334000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trabajo: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Actividad 1.3 · Banco de ejercicios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1A5D29F-AF52-49FC-A257-337EF9A7D514}"/>
              </a:ext>
            </a:extLst>
          </p:cNvPr>
          <p:cNvSpPr>
            <a:spLocks noGrp="1"/>
          </p:cNvSpPr>
          <p:nvPr/>
        </p:nvSpPr>
        <p:spPr>
          <a:xfrm>
            <a:off x="2381250" y="6115050"/>
            <a:ext cx="742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65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650" b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Frontera </a:t>
            </a:r>
            <a:r>
              <a:rPr sz="1650" b="0" dirty="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Comalapa</a:t>
            </a:r>
            <a:r>
              <a:rPr sz="1650" b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, Chiapas.  </a:t>
            </a:r>
            <a:r>
              <a:rPr lang="es-MX" sz="1650" b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16 </a:t>
            </a:r>
            <a:r>
              <a:rPr sz="1650" b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de </a:t>
            </a:r>
            <a:r>
              <a:rPr sz="1650" b="0" dirty="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agosto</a:t>
            </a:r>
            <a:r>
              <a:rPr sz="1650" b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 de 2026.</a:t>
            </a:r>
          </a:p>
        </p:txBody>
      </p:sp>
    </p:spTree>
    <p:extLst>
      <p:ext uri="{BB962C8B-B14F-4D97-AF65-F5344CB8AC3E}">
        <p14:creationId xmlns:p14="http://schemas.microsoft.com/office/powerpoint/2010/main" val="2128532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00EBE7C-2F2A-4F16-B2D1-406AFF9EC4C0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Introducción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96DEB22-2CEE-4569-8FA1-43E31E964ED3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E37CF78-D799-4325-B5FF-59D3B1C304EA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7750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Este banco de ejercicios desarrolla las mismas tres propuestas del reporte de práctica: ReservaLab, TurnoCampus y MaterialControl. Cada ejercicio presenta la información general, el problema, los objetivos y el alcance de un sistema para el entorno escolar. Las respuestas muestran cómo una idea puede organizarse antes de comenzar su desarrollo.</a:t>
            </a:r>
          </a:p>
        </p:txBody>
      </p:sp>
    </p:spTree>
    <p:extLst>
      <p:ext uri="{BB962C8B-B14F-4D97-AF65-F5344CB8AC3E}">
        <p14:creationId xmlns:p14="http://schemas.microsoft.com/office/powerpoint/2010/main" val="173667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1663676-D52A-400E-A13E-8182C017DC25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Justificación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F651595-5A14-45D9-BC20-DF1632FBF65A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F797EC5-9C03-4EDF-8B8B-59A8002C6CF7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7750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Contestar los formularios permite reconocer qué necesita cada proyecto, quién lo utilizará y qué funciones debe incluir. La actividad ayuda a comparar las propuestas y establecer límites claros para una primera versión. También permite identificar riesgos y elegir recursos acordes con el problema que se desea atender.</a:t>
            </a:r>
          </a:p>
        </p:txBody>
      </p:sp>
    </p:spTree>
    <p:extLst>
      <p:ext uri="{BB962C8B-B14F-4D97-AF65-F5344CB8AC3E}">
        <p14:creationId xmlns:p14="http://schemas.microsoft.com/office/powerpoint/2010/main" val="53706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F5128E9-8D61-4620-82A8-3D6A996478B4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Ejercicio 1: ReservaLab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48291A2-7C38-4A3A-846F-AB1AE89E7504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4004CE3-9AB8-4453-BC8A-BC45118F29B4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Propuesta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BD63611-CC9B-4573-95FF-448BC170CA27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Organizar las reservas de laboratorios mediante un sistema web interno.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Entregable: Calendario de reservas.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66BB557-BBC7-405E-B70A-3D9068522A88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Responsable y usuarios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F71F2EA-47C3-4799-B16D-BA7CAEE4FF74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Responsable académico: Simone Belén López Ramírez.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Usuarios: Docentes y responsables de laboratorio.</a:t>
            </a:r>
          </a:p>
        </p:txBody>
      </p:sp>
    </p:spTree>
    <p:extLst>
      <p:ext uri="{BB962C8B-B14F-4D97-AF65-F5344CB8AC3E}">
        <p14:creationId xmlns:p14="http://schemas.microsoft.com/office/powerpoint/2010/main" val="647826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2D84CB1-0FAA-4F88-89B0-0150317E3C92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Formulario 1: información general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D051118-4270-412E-9DEB-C7EBFEDDC8A3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AE9B6F6-0D50-463B-B650-68A14C7FC58C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Identificación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721687A-F106-442D-9F3B-9A6CF39E8468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Proyecto: ReservaLab.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Área: Coordinación de laboratorios.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Tipo: sistema web interno.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Duración propuesta: seis semanas.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BEBC9F1-9481-4773-AC25-E8898A5D9AE0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Recursos y metodología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0865FE4-7125-4C82-9DBF-6E87F5261443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Método propuesto: Scrum.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Software: HTML, CSS, JavaScript, Node.js y PostgreSQL.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Equipo: computadora y entorno de pruebas.</a:t>
            </a:r>
          </a:p>
        </p:txBody>
      </p:sp>
    </p:spTree>
    <p:extLst>
      <p:ext uri="{BB962C8B-B14F-4D97-AF65-F5344CB8AC3E}">
        <p14:creationId xmlns:p14="http://schemas.microsoft.com/office/powerpoint/2010/main" val="372096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C2A79C0-6CC6-4D34-A8DD-6F0C8BDFA36D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Formulario 2: problema y necesidad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F34CCDE-D615-4599-B5ED-A027F260C22F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BA3CD1F-4457-4B0B-88A3-A7A1C28569D9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Situación y necesidad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250935F-C0A5-4FC2-8FA3-6E693CA311F0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Las solicitudes de uso pueden coincidir en el mismo laboratorio y horario.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Necesidad: Consultar disponibilidad y centralizar las solicitudes.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440BA7B-58A9-4AE9-9770-29699CE3142D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Beneficiarios y riesgos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9A544BD-BE7D-4D78-BC98-F93E00D75E39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Beneficiarios: Docentes y responsables de laboratorio.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Riesgos iniciales: Horarios incompletos, cambios de calendario y fallas de conexión.</a:t>
            </a:r>
          </a:p>
        </p:txBody>
      </p:sp>
    </p:spTree>
    <p:extLst>
      <p:ext uri="{BB962C8B-B14F-4D97-AF65-F5344CB8AC3E}">
        <p14:creationId xmlns:p14="http://schemas.microsoft.com/office/powerpoint/2010/main" val="93953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08FA199-BD45-49D0-80E0-1F318FF007C6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Formularios 3 y 4: objetivos y alcance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CAB0C9A-B26E-4F88-BAD0-D21B42EDB376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B32EBE0-E809-4F52-BCA5-ADA594E98538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Objetivos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1E32F2E-BA71-4B16-8B9C-FCB77AECE98C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Organizar las reservas de laboratorios mediante un sistema web interno.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Funciones: Consultar calendario, solicitar horario, aprobar reservas y revisar historial.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B18F146-5D5A-42B1-9B15-C7B9CCD98DEB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Alcance de la primera versión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B2BD0B2-5C75-4DE9-916F-213B7E7C694B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Evitar dos reservas aprobadas para el mismo laboratorio y horario.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Acceso con cuentas autorizadas.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Sin pagos, lectores físicos ni integración con otros sistemas.</a:t>
            </a:r>
          </a:p>
        </p:txBody>
      </p:sp>
    </p:spTree>
    <p:extLst>
      <p:ext uri="{BB962C8B-B14F-4D97-AF65-F5344CB8AC3E}">
        <p14:creationId xmlns:p14="http://schemas.microsoft.com/office/powerpoint/2010/main" val="1237345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BDB5C29-872C-4070-884E-E124AE37BDDA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Formulario del sistema propuesto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676E877-731D-4E20-992B-9828614F3047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CE461AF-D156-41CF-912F-31EAB22EEAAE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Campos del formulario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B779272-B4D6-4CFE-A3E5-A351CD8C9C82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Docente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Laboratorio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Fecha y horario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Motivo de uso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Estado de aprobación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4BD47A2-2379-450C-A0A5-0494EEDEB4E4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Uso previsto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DB0E726-FE4F-41CE-989A-1068578ACACA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El docente solicita un horario. La coordinación revisa la disponibilidad y confirma o rechaza la reserva.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Los campos corresponden a una propuesta académica.</a:t>
            </a:r>
          </a:p>
        </p:txBody>
      </p:sp>
    </p:spTree>
    <p:extLst>
      <p:ext uri="{BB962C8B-B14F-4D97-AF65-F5344CB8AC3E}">
        <p14:creationId xmlns:p14="http://schemas.microsoft.com/office/powerpoint/2010/main" val="1702090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725D216-F4D1-4D47-A2FE-8FB9BC984718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Ejercicio 2: TurnoCampus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8798377-D871-4165-97FD-FE6C178FB59C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833FE7D-7F2C-4AA5-B3D7-2D046748EE06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Propuesta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CCEAD38-67C2-433D-9C9A-0843E3DEAB09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Administrar las citas de atención escolar mediante una agenda web.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Entregable: Agenda de citas.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4F7D642-025A-496B-824A-4937A9FCB28A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Responsable y usuarios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4D5D6F4-B7EE-4EA8-BB1F-FDFF071FC99D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 dirty="0" err="1">
                <a:solidFill>
                  <a:srgbClr val="222D4A"/>
                </a:solidFill>
                <a:latin typeface="Arial"/>
                <a:ea typeface="Arial"/>
                <a:cs typeface="Arial"/>
              </a:rPr>
              <a:t>Responsable</a:t>
            </a:r>
            <a:r>
              <a:rPr sz="1875" b="0" dirty="0">
                <a:solidFill>
                  <a:srgbClr val="222D4A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222D4A"/>
                </a:solidFill>
                <a:latin typeface="Arial"/>
                <a:ea typeface="Arial"/>
                <a:cs typeface="Arial"/>
              </a:rPr>
              <a:t>académico</a:t>
            </a:r>
            <a:r>
              <a:rPr sz="1875" b="0" dirty="0">
                <a:solidFill>
                  <a:srgbClr val="222D4A"/>
                </a:solidFill>
                <a:latin typeface="Arial"/>
                <a:ea typeface="Arial"/>
                <a:cs typeface="Arial"/>
              </a:rPr>
              <a:t>:</a:t>
            </a:r>
            <a:r>
              <a:rPr lang="es-MX" sz="1875" dirty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Cynthia Jasmine Morales </a:t>
            </a:r>
            <a:endParaRPr sz="1875" b="0" dirty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 dirty="0" err="1">
                <a:solidFill>
                  <a:srgbClr val="222D4A"/>
                </a:solidFill>
                <a:latin typeface="Arial"/>
                <a:ea typeface="Arial"/>
                <a:cs typeface="Arial"/>
              </a:rPr>
              <a:t>Usuarios</a:t>
            </a:r>
            <a:r>
              <a:rPr sz="1875" b="0" dirty="0">
                <a:solidFill>
                  <a:srgbClr val="222D4A"/>
                </a:solidFill>
                <a:latin typeface="Arial"/>
                <a:ea typeface="Arial"/>
                <a:cs typeface="Arial"/>
              </a:rPr>
              <a:t>: </a:t>
            </a:r>
            <a:r>
              <a:rPr sz="1875" b="0" dirty="0" err="1">
                <a:solidFill>
                  <a:srgbClr val="222D4A"/>
                </a:solidFill>
                <a:latin typeface="Arial"/>
                <a:ea typeface="Arial"/>
                <a:cs typeface="Arial"/>
              </a:rPr>
              <a:t>Estudiantes</a:t>
            </a:r>
            <a:r>
              <a:rPr sz="1875" b="0" dirty="0">
                <a:solidFill>
                  <a:srgbClr val="222D4A"/>
                </a:solidFill>
                <a:latin typeface="Arial"/>
                <a:ea typeface="Arial"/>
                <a:cs typeface="Arial"/>
              </a:rPr>
              <a:t> y personal de </a:t>
            </a:r>
            <a:r>
              <a:rPr sz="1875" b="0" dirty="0" err="1">
                <a:solidFill>
                  <a:srgbClr val="222D4A"/>
                </a:solidFill>
                <a:latin typeface="Arial"/>
                <a:ea typeface="Arial"/>
                <a:cs typeface="Arial"/>
              </a:rPr>
              <a:t>atención</a:t>
            </a:r>
            <a:r>
              <a:rPr sz="1875" b="0" dirty="0">
                <a:solidFill>
                  <a:srgbClr val="222D4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4306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BC3D255-7215-473B-8B7A-F7268E2DE341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Formulario 1: información general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C9CAD37-D389-4687-9849-8748DDF3EBA3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CD961BB-74ED-447F-AC49-98C65208FFCA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Identificación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F79177B-229E-438B-A426-E59919BFF07F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Proyecto: TurnoCampus.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Área: Servicios escolares.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Tipo: sistema web interno.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Duración propuesta: seis semanas.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C821369-836F-4E94-AA7A-A50A7D193777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Recursos y metodología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016A185-4A1A-478E-8749-2A7967BDFD39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Método propuesto: Kanban.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Software: Python, Flask, HTML, CSS y PostgreSQL.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Equipo: computadora y entorno de pruebas.</a:t>
            </a:r>
          </a:p>
        </p:txBody>
      </p:sp>
    </p:spTree>
    <p:extLst>
      <p:ext uri="{BB962C8B-B14F-4D97-AF65-F5344CB8AC3E}">
        <p14:creationId xmlns:p14="http://schemas.microsoft.com/office/powerpoint/2010/main" val="548199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28DA9CF-7620-4462-BABD-E60C21A7BA50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Formulario 2: problema y necesidad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9937BCB-8F9A-4892-B547-DC46CF07184C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78A912C-8425-4029-8467-B59DBD48086C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Situación y necesidad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F078DBF-3ADB-4DB8-8D5B-B9A80D5E4908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La atención escolar carece de una agenda común para organizar los turnos.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Necesidad: Mostrar horarios y administrar las citas disponibles.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BACB7FC-4835-49D8-B1BD-EE4CFF5548EB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Beneficiarios y riesgos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07B328E-6516-4047-93E5-F98FE3D25039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Beneficiarios: Estudiantes y personal de atención.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Riesgos iniciales: Citas duplicadas, cancelaciones y cambios en los horarios de atención.</a:t>
            </a:r>
          </a:p>
        </p:txBody>
      </p:sp>
    </p:spTree>
    <p:extLst>
      <p:ext uri="{BB962C8B-B14F-4D97-AF65-F5344CB8AC3E}">
        <p14:creationId xmlns:p14="http://schemas.microsoft.com/office/powerpoint/2010/main" val="155332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1FBC70F-5DF5-4192-869A-B32EFA8D3338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Formularios 3 y 4: objetivos y alcance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4CDF0DC-5EE3-4087-B317-94F89DDCFE1D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55E1F83-80CE-4EC6-B2F6-5F4C23D2CB2B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Objetivos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C50A884-262F-4171-809B-97D5D99E5CF4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Administrar las citas de atención escolar mediante una agenda web.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Funciones: Mostrar horarios, agendar, cancelar y marcar citas atendidas.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2869D83-B220-45A1-BE89-5880EB3FE73B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Alcance de la primera versión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7FABE31-9CD8-4E90-9C52-7395427BCBCC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Respetar el número de citas disponible en cada horario.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Acceso con cuentas autorizadas.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Sin pagos, lectores físicos ni integración con otros sistemas.</a:t>
            </a:r>
          </a:p>
        </p:txBody>
      </p:sp>
    </p:spTree>
    <p:extLst>
      <p:ext uri="{BB962C8B-B14F-4D97-AF65-F5344CB8AC3E}">
        <p14:creationId xmlns:p14="http://schemas.microsoft.com/office/powerpoint/2010/main" val="903361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8F9BCFD-05C7-46F6-999C-FBCA0AA27E83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Formulario del sistema propuesto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0FF25C9-74EF-45C7-AC4A-A21287589883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3B159FD-1B49-4BCC-A720-54A737F64E6A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Campos del formulario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21FF602-C84E-467F-880B-45EBCBA35B7A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Estudiante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Tipo de atención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Fecha y horario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Área responsable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Estado de la cita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2F479CE-BEBB-48BC-9981-4D7FABF1681E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Uso previsto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7BBD3A2-8E5B-4CB0-A603-8EF4AE4DEE06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El estudiante selecciona el servicio y un horario disponible. El personal consulta la agenda y registra la atención.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Los campos corresponden a una propuesta académica.</a:t>
            </a:r>
          </a:p>
        </p:txBody>
      </p:sp>
    </p:spTree>
    <p:extLst>
      <p:ext uri="{BB962C8B-B14F-4D97-AF65-F5344CB8AC3E}">
        <p14:creationId xmlns:p14="http://schemas.microsoft.com/office/powerpoint/2010/main" val="388328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2C9CC65-C3EF-4D15-BD8D-1F4972A18FE8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Ejercicio 3: MaterialControl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EC76275-8B25-4C69-A891-66C0DEF42107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4126B4E-EA0C-499E-B987-8555CC65B4C9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Propuesta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762F2C0-B473-4166-8B9F-E8DCDFDE9BC9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Controlar existencias y préstamos de materiales mediante un registro web.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Entregable: Registro de existencias y préstamos.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E31D577-F0B6-42E0-9E0C-52719FA31581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Responsable y usuarios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B29C601-84C9-4018-BA36-DBBE9FDBA89F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endParaRPr sz="1875" b="0" dirty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 dirty="0" err="1">
                <a:solidFill>
                  <a:srgbClr val="222D4A"/>
                </a:solidFill>
                <a:latin typeface="Arial"/>
                <a:ea typeface="Arial"/>
                <a:cs typeface="Arial"/>
              </a:rPr>
              <a:t>Usuarios</a:t>
            </a:r>
            <a:r>
              <a:rPr sz="1875" b="0" dirty="0">
                <a:solidFill>
                  <a:srgbClr val="222D4A"/>
                </a:solidFill>
                <a:latin typeface="Arial"/>
                <a:ea typeface="Arial"/>
                <a:cs typeface="Arial"/>
              </a:rPr>
              <a:t>: </a:t>
            </a:r>
            <a:r>
              <a:rPr sz="1875" b="0" dirty="0" err="1">
                <a:solidFill>
                  <a:srgbClr val="222D4A"/>
                </a:solidFill>
                <a:latin typeface="Arial"/>
                <a:ea typeface="Arial"/>
                <a:cs typeface="Arial"/>
              </a:rPr>
              <a:t>Encargado</a:t>
            </a:r>
            <a:r>
              <a:rPr sz="1875" b="0" dirty="0">
                <a:solidFill>
                  <a:srgbClr val="222D4A"/>
                </a:solidFill>
                <a:latin typeface="Arial"/>
                <a:ea typeface="Arial"/>
                <a:cs typeface="Arial"/>
              </a:rPr>
              <a:t> del </a:t>
            </a:r>
            <a:r>
              <a:rPr sz="1875" b="0" dirty="0" err="1">
                <a:solidFill>
                  <a:srgbClr val="222D4A"/>
                </a:solidFill>
                <a:latin typeface="Arial"/>
                <a:ea typeface="Arial"/>
                <a:cs typeface="Arial"/>
              </a:rPr>
              <a:t>almacén</a:t>
            </a:r>
            <a:r>
              <a:rPr sz="1875" b="0" dirty="0">
                <a:solidFill>
                  <a:srgbClr val="222D4A"/>
                </a:solidFill>
                <a:latin typeface="Arial"/>
                <a:ea typeface="Arial"/>
                <a:cs typeface="Arial"/>
              </a:rPr>
              <a:t> y personal </a:t>
            </a:r>
            <a:r>
              <a:rPr sz="1875" b="0" dirty="0" err="1">
                <a:solidFill>
                  <a:srgbClr val="222D4A"/>
                </a:solidFill>
                <a:latin typeface="Arial"/>
                <a:ea typeface="Arial"/>
                <a:cs typeface="Arial"/>
              </a:rPr>
              <a:t>autorizado</a:t>
            </a:r>
            <a:r>
              <a:rPr sz="1875" b="0" dirty="0">
                <a:solidFill>
                  <a:srgbClr val="222D4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26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13E6C87-D548-4CD0-A9B0-D15B2FAC241C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Formulario 1: información general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96C47F-4565-4494-942F-CB0B67C2AD48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21F91C5-BC61-4554-AD9B-E45B0BFDAFF7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Identificación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60B1603-8519-47A2-983A-03F568E70ACD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Proyecto: MaterialControl.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Área: Almacén escolar.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Tipo: sistema web interno.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Duración propuesta: seis semanas.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7A6255C-8E4A-4C6C-BD1A-C4B979ECD74E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Recursos y metodología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2DD7E67-0F9A-4427-8571-D6B5D79113AA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Método propuesto: Desarrollo incremental.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Software: Java, Spring Boot, HTML, CSS y PostgreSQL.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Equipo: computadora y entorno de pruebas.</a:t>
            </a:r>
          </a:p>
        </p:txBody>
      </p:sp>
    </p:spTree>
    <p:extLst>
      <p:ext uri="{BB962C8B-B14F-4D97-AF65-F5344CB8AC3E}">
        <p14:creationId xmlns:p14="http://schemas.microsoft.com/office/powerpoint/2010/main" val="1291382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D0F6E5A-D1F1-4401-AF37-5FEC859865AE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Formulario 2: problema y necesidad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7D791BC-2190-4C3C-B6C4-1C12ECDDA209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418901A-AFAA-499C-B81C-871F9E743769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Situación y necesidad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5111E63-1EF8-46FB-B40F-9CCE47AE8026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Resulta difícil conocer las existencias y los materiales que siguen prestados.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Necesidad: Registrar entradas, salidas, préstamos y devoluciones.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F240FC3-1879-4303-9E62-EF852BA9095C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Beneficiarios y riesgos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E51ADC6-AFA2-4008-83E1-8A69A3EF5E54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Beneficiarios: Encargado del almacén y personal autorizado.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Riesgos iniciales: Registros incompletos, devoluciones tardías y cantidades incorrectas.</a:t>
            </a:r>
          </a:p>
        </p:txBody>
      </p:sp>
    </p:spTree>
    <p:extLst>
      <p:ext uri="{BB962C8B-B14F-4D97-AF65-F5344CB8AC3E}">
        <p14:creationId xmlns:p14="http://schemas.microsoft.com/office/powerpoint/2010/main" val="1327290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0E0609A-9D98-45AE-97E6-381618A5B4B9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Formularios 3 y 4: objetivos y alcance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DBF34BB-F6B9-48CA-8AA3-272AFEB77E32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C415D7A-AFEE-4C6E-A008-5A453F8DC812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Objetivos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A96BC9F-0F55-4955-8558-DD1929B97EE3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Controlar existencias y préstamos de materiales mediante un registro web.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Funciones: Registrar materiales, entradas, salidas, préstamos y devoluciones.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8526D46-E7AA-403B-8718-D9B7FF0F2214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Alcance de la primera versión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E3A88DE-52DA-471D-9F89-1826C573E29E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Registrar cada movimiento y evitar existencias negativas.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Acceso con cuentas autorizadas.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Sin pagos, lectores físicos ni integración con otros sistemas.</a:t>
            </a:r>
          </a:p>
        </p:txBody>
      </p:sp>
    </p:spTree>
    <p:extLst>
      <p:ext uri="{BB962C8B-B14F-4D97-AF65-F5344CB8AC3E}">
        <p14:creationId xmlns:p14="http://schemas.microsoft.com/office/powerpoint/2010/main" val="487735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750DCDA-1DE1-4075-8C5E-344FD9D07AEA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Formulario del sistema propuesto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0106892-467D-47D4-B21A-F99CA615C625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D17AEE0-175A-4DF2-B0C5-E055E5A4789E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Campos del formulario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34E95E5-D67A-4AE4-9CD3-97010BF6000C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Material y cantidad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Tipo de movimiento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Persona responsable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Fecha de préstamo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Fecha de devolución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31C9CD0-D32E-4CC9-8E9F-BBBFF001407A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Uso previsto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D4F55D9-4D56-494A-8C27-07D19D52849B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El encargado registra el material y la cantidad entregada. Al recibir la devolución, actualiza el movimiento y la disponibilidad.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Los campos corresponden a una propuesta académica.</a:t>
            </a:r>
          </a:p>
        </p:txBody>
      </p:sp>
    </p:spTree>
    <p:extLst>
      <p:ext uri="{BB962C8B-B14F-4D97-AF65-F5344CB8AC3E}">
        <p14:creationId xmlns:p14="http://schemas.microsoft.com/office/powerpoint/2010/main" val="1317166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8868F02-E292-4E0C-981D-80703596E4D4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Comparación de las propuestas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2D1A951-78FE-4C74-959D-0EF178FBB8E0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80B98AA-7B19-43A8-8DDD-CE3646C07DF7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Procesos que atienden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C86A34F-7A78-4FC2-8667-5047406DA3E5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ReservaLab: reservas de laboratorios.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TurnoCampus: citas de atención.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MaterialControl: existencias y préstamos.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AE6EDEE-3166-4334-B5C7-FB8BC8146C2B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Reglas principales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EC9E5CB-81BD-4300-ADB5-E50F86D7C205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ReservaLab: evitar horarios duplicados.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TurnoCampus: respetar cupos por horario.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MaterialControl: evitar cantidades negativas.</a:t>
            </a:r>
          </a:p>
        </p:txBody>
      </p:sp>
    </p:spTree>
    <p:extLst>
      <p:ext uri="{BB962C8B-B14F-4D97-AF65-F5344CB8AC3E}">
        <p14:creationId xmlns:p14="http://schemas.microsoft.com/office/powerpoint/2010/main" val="5444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D40F271-28F2-4CB3-B6B7-52A43379ADE8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Anexo: organización de los formularios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9888A6D-42C1-42E1-A957-2F9C0DF3885C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BAB5B27-6F59-4797-8E79-4B33549AEB7B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7750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Cada propuesta se organiza en cuatro apartados: información general, problema y necesidad, objetivos y alcance. Los campos del sistema complementan esa descripción. Los plazos, recursos y riesgos son supuestos de planeación académica; las aplicaciones aún no se presentan como implementadas.</a:t>
            </a:r>
          </a:p>
        </p:txBody>
      </p:sp>
    </p:spTree>
    <p:extLst>
      <p:ext uri="{BB962C8B-B14F-4D97-AF65-F5344CB8AC3E}">
        <p14:creationId xmlns:p14="http://schemas.microsoft.com/office/powerpoint/2010/main" val="1019933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D27FA6A-2F84-4556-ACBF-47B19E754344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Conclusión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BBA68BA-26F9-40A7-8FDA-A5A30340F32C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8975032-FDCE-46F9-91DA-693BBEA2B2D7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7750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Los ejercicios permiten distinguir tres proyectos que comparten el uso de un sistema web, pero resuelven necesidades diferentes. ReservaLab organiza horarios, TurnoCampus administra citas y MaterialControl registra materiales. Definir sus usuarios, objetivos y reglas ayuda a dar orden a las propuestas y establecer qué se desarrollaría en una primera versión.</a:t>
            </a:r>
          </a:p>
        </p:txBody>
      </p:sp>
    </p:spTree>
    <p:extLst>
      <p:ext uri="{BB962C8B-B14F-4D97-AF65-F5344CB8AC3E}">
        <p14:creationId xmlns:p14="http://schemas.microsoft.com/office/powerpoint/2010/main" val="176206557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1376</Words>
  <Application>Microsoft Office PowerPoint</Application>
  <DocSecurity>0</DocSecurity>
  <PresentationFormat>Panorámica</PresentationFormat>
  <Paragraphs>231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Aptos</vt:lpstr>
      <vt:lpstr>Arial</vt:lpstr>
      <vt:lpstr>Century Gothic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Belen</cp:lastModifiedBy>
  <cp:revision>1</cp:revision>
  <dcterms:created xsi:type="dcterms:W3CDTF">2026-10-04T03:01:53Z</dcterms:created>
  <dcterms:modified xsi:type="dcterms:W3CDTF">2026-10-04T09:12:17Z</dcterms:modified>
</cp:coreProperties>
</file>