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5212BFD-4457-4901-8571-78D03047BEBE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016E753-4A91-4B7E-B660-F794BE5C1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479F7B1-0C78-4A81-A126-8C9AA479F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ECDC48D3-AB6D-4B92-9D78-040F03A0ACDB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F635DF85-402E-4BE8-B1EE-1955D2BA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3EDF346-0B6D-44D9-9A6C-287B1B76F7D9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EDBF16-E92E-4822-9314-418B1640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883CDE3C-665E-434E-81C0-96EE2F02A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ED8B42BE-10BF-43EA-B8DB-10489C46BE1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F174294-91CC-441F-AFF2-09DC9CDD3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70BDF8D-7F4C-4167-B2E1-265DBDB7F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BDB4DEAD-3B53-467F-B95C-4357236B8ED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E15FF72-63EC-4D53-934C-99DC8562009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A137279-D6E1-420B-9945-4D5503635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BE1A3EC-1D3C-4D21-A5A5-08A9097C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8882" y="190500"/>
            <a:ext cx="2136110" cy="104775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212651"/>
            <a:ext cx="3190875" cy="660548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92953" y="361950"/>
            <a:ext cx="1369219" cy="9525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5DA2E69-8BE5-4D4A-A65C-8E911CCDDF00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Instituto Tecnológico de Frontera Comalapa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1F0232-D58B-42FD-B2C7-5E0D536B138D}"/>
              </a:ext>
            </a:extLst>
          </p:cNvPr>
          <p:cNvSpPr>
            <a:spLocks noGrp="1"/>
          </p:cNvSpPr>
          <p:nvPr/>
        </p:nvSpPr>
        <p:spPr>
          <a:xfrm>
            <a:off x="2381250" y="1371600"/>
            <a:ext cx="7429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Modalidad Mixta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4DD1755-0FC4-40A5-9BF3-C0943004E8B4}"/>
              </a:ext>
            </a:extLst>
          </p:cNvPr>
          <p:cNvSpPr>
            <a:spLocks noGrp="1"/>
          </p:cNvSpPr>
          <p:nvPr/>
        </p:nvSpPr>
        <p:spPr>
          <a:xfrm>
            <a:off x="2381250" y="180022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Materia: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Gestión de proyectos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C0D6249-9D22-40C2-BA74-1549B96F73D4}"/>
              </a:ext>
            </a:extLst>
          </p:cNvPr>
          <p:cNvSpPr>
            <a:spLocks noGrp="1"/>
          </p:cNvSpPr>
          <p:nvPr/>
        </p:nvSpPr>
        <p:spPr>
          <a:xfrm>
            <a:off x="2381250" y="2314575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Semestre: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Séptimo semestre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96D13F8-A430-4177-97B5-FE953E7550EA}"/>
              </a:ext>
            </a:extLst>
          </p:cNvPr>
          <p:cNvSpPr>
            <a:spLocks noGrp="1"/>
          </p:cNvSpPr>
          <p:nvPr/>
        </p:nvSpPr>
        <p:spPr>
          <a:xfrm>
            <a:off x="2381250" y="3038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Especialidad: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Ingeniería en Sistemas Computacionales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DDE9B9B-A62B-41F9-A0CD-E567C7DC6BF3}"/>
              </a:ext>
            </a:extLst>
          </p:cNvPr>
          <p:cNvSpPr>
            <a:spLocks noGrp="1"/>
          </p:cNvSpPr>
          <p:nvPr/>
        </p:nvSpPr>
        <p:spPr>
          <a:xfrm>
            <a:off x="2381250" y="3800475"/>
            <a:ext cx="7429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alumno: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87D2A05-FC89-474F-B01B-CB6187CB9CD9}"/>
              </a:ext>
            </a:extLst>
          </p:cNvPr>
          <p:cNvSpPr>
            <a:spLocks noGrp="1"/>
          </p:cNvSpPr>
          <p:nvPr/>
        </p:nvSpPr>
        <p:spPr>
          <a:xfrm>
            <a:off x="2381250" y="4076700"/>
            <a:ext cx="7429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Simone Belén López Ramírez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0045A1D-F669-4310-B5E9-9848C35ACFCB}"/>
              </a:ext>
            </a:extLst>
          </p:cNvPr>
          <p:cNvSpPr>
            <a:spLocks noGrp="1"/>
          </p:cNvSpPr>
          <p:nvPr/>
        </p:nvSpPr>
        <p:spPr>
          <a:xfrm>
            <a:off x="2381250" y="4562475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docente: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Ing. Francisco Javier Mingo Velazquez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FC168C4-7A99-4C5B-A23B-90B266F91468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7429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Nombre del trabajo:</a:t>
            </a:r>
          </a:p>
          <a:p>
            <a:pPr algn="ctr">
              <a:def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Actividad 5.3 · Banco de ejercicios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019B4FB-FCE0-4644-9838-4D123A3AFEF3}"/>
              </a:ext>
            </a:extLst>
          </p:cNvPr>
          <p:cNvSpPr>
            <a:spLocks noGrp="1"/>
          </p:cNvSpPr>
          <p:nvPr/>
        </p:nvSpPr>
        <p:spPr>
          <a:xfrm>
            <a:off x="2381250" y="61150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>
                <a:solidFill>
                  <a:srgbClr val="000000"/>
                </a:solidFill>
                <a:latin typeface="Century Gothic"/>
                <a:ea typeface="Century Gothic"/>
                <a:cs typeface="Century Gothic"/>
              </a:rPr>
              <a:t>Frontera Comalapa, Chiapas. 30 de septiembre de 2026.</a:t>
            </a:r>
          </a:p>
        </p:txBody>
      </p:sp>
    </p:spTree>
    <p:extLst>
      <p:ext uri="{BB962C8B-B14F-4D97-AF65-F5344CB8AC3E}">
        <p14:creationId xmlns:p14="http://schemas.microsoft.com/office/powerpoint/2010/main" val="55146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69A8F08-4FB0-44BE-B796-D4619CF2EFE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A29381-66EE-4FE5-9DF5-E6C86CAAFEA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239BEFD-2DDB-46A1-A4C0-AEC62EE4DF7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El banco presenta tres solicitudes de cambio y su organización en Trello, Jira y ProjectLibre. Cada ejercicio especifica las tareas necesarias, el tiempo adicional y el resultado esperado. Los casos corresponden a ReservaLab, TurnoCampus y MaterialControl.</a:t>
            </a:r>
          </a:p>
        </p:txBody>
      </p:sp>
    </p:spTree>
    <p:extLst>
      <p:ext uri="{BB962C8B-B14F-4D97-AF65-F5344CB8AC3E}">
        <p14:creationId xmlns:p14="http://schemas.microsoft.com/office/powerpoint/2010/main" val="2135645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E06F81D-DDF8-4EE8-95A4-5368E8E027A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Justificación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431A33-0F1A-417E-93E2-C47D3EB15C3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10854CE-9D44-4EC0-B394-C0A1924C2984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 ejercicios permiten comparar cómo se registra un mismo cambio en herramientas distintas. La tarjeta describe el trabajo, la actividad de software indica qué debe revisarse y el cronograma organiza su duración. Esta relación facilita mantener la información del proyecto en orden.</a:t>
            </a:r>
          </a:p>
        </p:txBody>
      </p:sp>
    </p:spTree>
    <p:extLst>
      <p:ext uri="{BB962C8B-B14F-4D97-AF65-F5344CB8AC3E}">
        <p14:creationId xmlns:p14="http://schemas.microsoft.com/office/powerpoint/2010/main" val="1559234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D88CF8C8-5C15-461D-B977-D651A38D18C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1: ReservaLab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ABD8DC-7AEF-4001-9336-D15F261A05A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517D1A3-3661-499A-921C-2BF42306A588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Cambio solicitado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949F1B4-B238-451C-9186-AF89F2E62DE8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Permitir reservas semanales recurrentes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404E9A-C2BE-445B-9F56-BA4B29D0A9C6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Organización en las herramientas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438F0-179A-4541-9BC6-C79C660AEC3A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Trello: Tarjeta: reservas recurrentes. Lista de verificación: fechas, disponibilidad y confirmación.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235FE8E-C166-4D3C-A22C-6EC94F4C8D76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Jira: Historia RL-04: repetir una reserva semanal. Subtareas para validación e historial.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6FBEE6-1B4E-491B-AB38-24E941B61617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ProjectLibre: incorporar 4 tareas y 7 días de trabajo adicional.</a:t>
            </a:r>
          </a:p>
        </p:txBody>
      </p:sp>
    </p:spTree>
    <p:extLst>
      <p:ext uri="{BB962C8B-B14F-4D97-AF65-F5344CB8AC3E}">
        <p14:creationId xmlns:p14="http://schemas.microsoft.com/office/powerpoint/2010/main" val="13188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070C846-613D-43FC-9C7E-5BD84404606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2: TurnoCampus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16A3D6-3E1D-4B17-933B-E00BAB3E4FC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507B99-0E46-416F-AFB6-E8AEFCD73321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Cambio solicitado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BCA60A4-9837-4B66-BC2A-7C2B91BE7371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Mostrar un recordatorio de la cita al iniciar sesión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58C7E1B-F18E-457D-82DC-D8E56DCD8EFD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Organización en las herramientas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DFF29B4-E0FE-4CBD-9B3C-09A9F3B72F93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Trello: Tarjeta: aviso de próxima cita. Lista de verificación: horario, cancelación y visibilidad.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03717FA-E024-4F9B-8B75-8F261667551C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Jira: Tarea TC-06: mostrar recordatorio. Registrar el criterio de aceptación y su revisión.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3F596B-7C01-4270-8396-B8E82AA32F17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ProjectLibre: incorporar 4 tareas y 5 días de trabajo adicional.</a:t>
            </a:r>
          </a:p>
        </p:txBody>
      </p:sp>
    </p:spTree>
    <p:extLst>
      <p:ext uri="{BB962C8B-B14F-4D97-AF65-F5344CB8AC3E}">
        <p14:creationId xmlns:p14="http://schemas.microsoft.com/office/powerpoint/2010/main" val="154186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F1F8572B-B2DB-48B3-B86C-9D9164AC444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Ejercicio 3: MaterialControl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ABDE0F-9F59-4590-9240-13619FF97F3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FA9C636-74E3-4499-8DEC-DB8FE853864B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Cambio solicitado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3E4D5C-60B1-49D5-BABA-521765CDC842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Avisar cuando quedan pocas unidades de un material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F9211B-56E2-47B6-8C07-ADFD24382490}"/>
              </a:ext>
            </a:extLst>
          </p:cNvPr>
          <p:cNvSpPr>
            <a:spLocks noGrp="1"/>
          </p:cNvSpPr>
          <p:nvPr/>
        </p:nvSpPr>
        <p:spPr>
          <a:xfrm>
            <a:off x="666750" y="3143250"/>
            <a:ext cx="1066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Organización en las herramientas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2BB80B7-544C-409C-AB00-C425FB706983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Trello: Tarjeta: aviso de existencias bajas. Lista de verificación: mínimo, cantidad y actualización.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229544A-064C-468A-A01F-7CCB2BFA7CA0}"/>
              </a:ext>
            </a:extLst>
          </p:cNvPr>
          <p:cNvSpPr>
            <a:spLocks noGrp="1"/>
          </p:cNvSpPr>
          <p:nvPr/>
        </p:nvSpPr>
        <p:spPr>
          <a:xfrm>
            <a:off x="666750" y="442912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Jira: Historia MC-08: consultar materiales bajo el mínimo. Subtareas para cálculo y vista.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3A6C031-2457-4BDB-9AF8-390011B807B9}"/>
              </a:ext>
            </a:extLst>
          </p:cNvPr>
          <p:cNvSpPr>
            <a:spLocks noGrp="1"/>
          </p:cNvSpPr>
          <p:nvPr/>
        </p:nvSpPr>
        <p:spPr>
          <a:xfrm>
            <a:off x="666750" y="51435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ProjectLibre: incorporar 4 tareas y 6 días de trabajo adicional.</a:t>
            </a:r>
          </a:p>
        </p:txBody>
      </p:sp>
    </p:spTree>
    <p:extLst>
      <p:ext uri="{BB962C8B-B14F-4D97-AF65-F5344CB8AC3E}">
        <p14:creationId xmlns:p14="http://schemas.microsoft.com/office/powerpoint/2010/main" val="1423539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DEFCC16-48A7-42DE-9C59-A27737965D1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Comparación de los resultados esperados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EBF75D6-B0D0-44E7-A43F-3641D306104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Proyecto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Mejora para el usuario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Criterio de revisión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Evita capturar por separado una reserva que se repite.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 una fecha está ocupada, el sistema informa el conflicto antes de confirmar.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Ayuda al estudiante a recordar su horario de atención.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Una cita cancelada deja de aparecer en el recordatorio.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Permite revisar materiales que podrían agotarse.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 aviso se actualiza después de registrar una entrada o salida.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86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5728CC9-58D3-4714-8177-85C76B8CFCFD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Cuadro de impacto en el trabajo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16F34B2-FFBA-4930-845D-75E50E3E71C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6" name="Tabla 5"/>
          <p:cNvGraphicFramePr/>
          <p:nvPr/>
        </p:nvGraphicFramePr>
        <p:xfrm>
          <a:off x="666750" y="1857375"/>
          <a:ext cx="10858500" cy="40005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Cambio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Tareas adicionales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Días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Decisión</a:t>
                      </a:r>
                    </a:p>
                  </a:txBody>
                  <a:tcPr>
                    <a:solidFill>
                      <a:srgbClr val="DDE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ReservaLab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Definir días y horario, Validar cada repetición, Registrar las reservas, Revisar coincidencias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con validación de todas las fechas.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TurnoCampus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Definir anticipación, Consultar la próxima cita, Mostrar el recordatorio, Revisar cancelaciones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el aviso dentro del sistema.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MaterialControl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Definir cantidad mínima, Registrar el umbral, Comparar existencias, Revisar entradas y salidas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Aceptar el aviso con un mínimo configurable.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4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06D313-1F82-4BC6-87BE-839A6467868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60701E2-0FA0-49F0-8055-2E5F5C72969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3EB7A71-CF79-4CDA-A555-2B2099B8F497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1038225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Cada ejercicio analiza una necesidad diferente y define cómo organizar su atención. Las reservas recurrentes requieren revisar fechas, el recordatorio depende del estado de la cita y el aviso de materiales depende de las existencias. Al registrar las tareas y estimar su duración se puede evaluar el cambio con mayor claridad antes de incorporarlo.</a:t>
            </a:r>
          </a:p>
        </p:txBody>
      </p:sp>
    </p:spTree>
    <p:extLst>
      <p:ext uri="{BB962C8B-B14F-4D97-AF65-F5344CB8AC3E}">
        <p14:creationId xmlns:p14="http://schemas.microsoft.com/office/powerpoint/2010/main" val="1603463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DocSecurity>0</DocSecurity>
  <PresentationFormat>Panorámica</PresentationFormat>
  <Paragraphs>80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Arial</vt:lpstr>
      <vt:lpstr>Century Gothic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Belen</cp:lastModifiedBy>
  <cp:revision>1</cp:revision>
  <dcterms:created xsi:type="dcterms:W3CDTF">2026-10-04T03:56:19Z</dcterms:created>
  <dcterms:modified xsi:type="dcterms:W3CDTF">2026-10-04T10:01:07Z</dcterms:modified>
</cp:coreProperties>
</file>