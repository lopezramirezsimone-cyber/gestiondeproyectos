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1EC41AA-BA12-4297-9A37-5A36CF80C49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15FEDA-6623-4707-9591-8E32A927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AFD9CD0-4D60-4B99-A6F4-4ECC2ED56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0C32D0E-AA52-4869-A491-35771374C066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CE547230-AC2F-4DA3-857B-3ECAC5323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4985093-9512-48FE-8EE3-A2E175981C7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C68E41-8D39-4A20-A840-5B928A8A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B2637D7C-21E8-4849-B07C-01B37C58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1C496F93-695F-4BCE-B206-FBD8AE4231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6E00571-842F-43B5-B0CA-4210CBD8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F752D07-1089-42A7-B3CC-D7664AAD9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154979E5-BBE9-4BC3-B0F3-7B51191F77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0F9D89D-2599-4D97-BF32-499AB005F1C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661CFF1-E45C-4433-AEFD-4C497552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ED552E88-0A3B-48CB-9F56-670C766F9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9B1EC03-093B-4D6B-9C27-EC58BB8FA457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03C5AF-DA34-488C-B194-9355B3D6CAB0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E7A603-15E2-435E-9F8E-965FABAA2D25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8A6A1CE-33D4-4707-8ECC-0D3F76C5ABD0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E4B646D-95A0-49F2-A374-50BEEAE9C378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9DB240-801B-4904-83A1-31DC5FA8FF29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A0F3F8E-6778-43C7-91D9-EDE54D365871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2C495E-5F13-4532-8690-0F7135A9F27E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3FE39DE-A121-4798-99BE-E3D317A58165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4.3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FB1BBFD-A535-483F-B76E-65B45324B4C8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Comalapa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, Chiapas. 1</a:t>
            </a:r>
            <a:r>
              <a:rPr lang="es-MX" sz="165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9 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de </a:t>
            </a:r>
            <a:r>
              <a:rPr sz="1650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septiembre</a:t>
            </a:r>
            <a:r>
              <a:rPr sz="1650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175679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BCED50A-F45D-4E65-B219-A7AC6BC87FE4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0A41B0-E260-4347-842C-AA056A91D4A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382E85-6BC0-48CE-9A57-73B0D87F6253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banco reúne tres ejercicios de cronogramas para la gestión de riesgos. En cada proyecto se distribuyen la identificación, la revisión de cuatro amenazas, el análisis, las respuestas y la documentación. La tabla de actividades permite observar duración, orden y días de inicio y término.</a:t>
            </a:r>
          </a:p>
        </p:txBody>
      </p:sp>
    </p:spTree>
    <p:extLst>
      <p:ext uri="{BB962C8B-B14F-4D97-AF65-F5344CB8AC3E}">
        <p14:creationId xmlns:p14="http://schemas.microsoft.com/office/powerpoint/2010/main" val="87196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8C50731-7EC3-4C95-ABF6-979B0C63FFB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C783F57-EB0D-4E83-A9B3-E9EDBC588C0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843350-5FE9-4393-990A-7DF3CE36463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cronograma ayuda a reservar tiempo para revisar los problemas que pueden afectar al sistema. Al establecer duraciones y predecesoras se puede calcular el plazo total y comprobar que las tareas sigan un orden lógico. Los tres casos permiten comparar cómo cambia la planeación según los riesgos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465923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ángulo 81">
            <a:extLst>
              <a:ext uri="{FF2B5EF4-FFF2-40B4-BE49-F238E27FC236}">
                <a16:creationId xmlns:a16="http://schemas.microsoft.com/office/drawing/2014/main" id="{54DCA45D-70B0-413A-A060-C2574DA4B99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21F2977-FBB0-4C57-9A28-A3C333FCC6C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6FE989-4FE7-4126-95FD-7897C78DAA47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DE GESTIÓN DE RIESGOS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BFA271A-9151-4076-94EC-1D0875B0DCDF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BDC5838-2E37-42AB-AA71-4F16C64276E0}"/>
              </a:ext>
            </a:extLst>
          </p:cNvPr>
          <p:cNvSpPr>
            <a:spLocks noGrp="1"/>
          </p:cNvSpPr>
          <p:nvPr/>
        </p:nvSpPr>
        <p:spPr>
          <a:xfrm>
            <a:off x="414337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F8A673-BF94-4DFA-85CB-788D63E5320E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Anterior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1C6C906-3EFA-4510-9F47-F284DC773EBB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31F2DD-278D-45B8-8648-A4451BACFA6D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E5EADB3-FF13-4D29-80E7-071E62E3673F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0E1A13-641E-4904-95B9-DA0799CCE767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545609F-FB51-4C0D-8027-95ED3CBE854E}"/>
              </a:ext>
            </a:extLst>
          </p:cNvPr>
          <p:cNvSpPr>
            <a:spLocks noGrp="1"/>
          </p:cNvSpPr>
          <p:nvPr/>
        </p:nvSpPr>
        <p:spPr>
          <a:xfrm>
            <a:off x="74961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5D97327-39AC-42C8-9303-C1E9281C6965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C97F70C-CBE9-4DC8-899F-0E2543B96E0D}"/>
              </a:ext>
            </a:extLst>
          </p:cNvPr>
          <p:cNvSpPr>
            <a:spLocks noGrp="1"/>
          </p:cNvSpPr>
          <p:nvPr/>
        </p:nvSpPr>
        <p:spPr>
          <a:xfrm>
            <a:off x="78962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EA83A4-0B69-485F-B161-2D7E629CCEF9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639619A-05C7-49A1-AAB5-06D9124D7A88}"/>
              </a:ext>
            </a:extLst>
          </p:cNvPr>
          <p:cNvSpPr>
            <a:spLocks noGrp="1"/>
          </p:cNvSpPr>
          <p:nvPr/>
        </p:nvSpPr>
        <p:spPr>
          <a:xfrm>
            <a:off x="82962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364D71-5EFA-4737-8B9C-FF3C97E01CFD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733EDAF-C7D0-42C1-B8E2-179209E599A9}"/>
              </a:ext>
            </a:extLst>
          </p:cNvPr>
          <p:cNvSpPr>
            <a:spLocks noGrp="1"/>
          </p:cNvSpPr>
          <p:nvPr/>
        </p:nvSpPr>
        <p:spPr>
          <a:xfrm>
            <a:off x="86963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593B7DB-4547-4D1B-B837-12A9C8015923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FA8E7EF-F7CC-4536-A255-419492A643FC}"/>
              </a:ext>
            </a:extLst>
          </p:cNvPr>
          <p:cNvSpPr>
            <a:spLocks noGrp="1"/>
          </p:cNvSpPr>
          <p:nvPr/>
        </p:nvSpPr>
        <p:spPr>
          <a:xfrm>
            <a:off x="90963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E1A9499-D2BD-4F5B-A92A-5F79919AE875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955B93-27F1-46F1-BFB4-C425C7B7F230}"/>
              </a:ext>
            </a:extLst>
          </p:cNvPr>
          <p:cNvSpPr>
            <a:spLocks noGrp="1"/>
          </p:cNvSpPr>
          <p:nvPr/>
        </p:nvSpPr>
        <p:spPr>
          <a:xfrm>
            <a:off x="94964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0A8047D-6470-4351-8834-A240BDACB4BC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6D5C4DA-E2BA-4785-8187-05AC6AA8BDA1}"/>
              </a:ext>
            </a:extLst>
          </p:cNvPr>
          <p:cNvSpPr>
            <a:spLocks noGrp="1"/>
          </p:cNvSpPr>
          <p:nvPr/>
        </p:nvSpPr>
        <p:spPr>
          <a:xfrm>
            <a:off x="98964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70F8196-413B-4201-9663-25BBF08C1133}"/>
              </a:ext>
            </a:extLst>
          </p:cNvPr>
          <p:cNvSpPr>
            <a:spLocks noGrp="1"/>
          </p:cNvSpPr>
          <p:nvPr/>
        </p:nvSpPr>
        <p:spPr>
          <a:xfrm>
            <a:off x="100965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5BC3066-E2E1-46E5-9FE1-EBBC3BC3BD4C}"/>
              </a:ext>
            </a:extLst>
          </p:cNvPr>
          <p:cNvSpPr>
            <a:spLocks noGrp="1"/>
          </p:cNvSpPr>
          <p:nvPr/>
        </p:nvSpPr>
        <p:spPr>
          <a:xfrm>
            <a:off x="102965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1410AF-7488-47A8-A93D-1AF87C5975CC}"/>
              </a:ext>
            </a:extLst>
          </p:cNvPr>
          <p:cNvSpPr>
            <a:spLocks noGrp="1"/>
          </p:cNvSpPr>
          <p:nvPr/>
        </p:nvSpPr>
        <p:spPr>
          <a:xfrm>
            <a:off x="104965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83134E4-D61D-4ADB-BD6C-4BDDA567B568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 de riesgos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4DEAE6F-429A-4159-9BA0-16316E02B383}"/>
              </a:ext>
            </a:extLst>
          </p:cNvPr>
          <p:cNvSpPr>
            <a:spLocks noGrp="1"/>
          </p:cNvSpPr>
          <p:nvPr/>
        </p:nvSpPr>
        <p:spPr>
          <a:xfrm>
            <a:off x="414337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906FE6C-39EE-4C81-85DF-2FF637EEB6C8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610C923-38BA-4D32-A6BB-8934940D6093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F88FB47-419B-4B61-AD8D-C364DF1090EB}"/>
              </a:ext>
            </a:extLst>
          </p:cNvPr>
          <p:cNvSpPr>
            <a:spLocks noGrp="1"/>
          </p:cNvSpPr>
          <p:nvPr/>
        </p:nvSpPr>
        <p:spPr>
          <a:xfrm>
            <a:off x="633412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9203979-6B3B-44EE-B319-BB94181A0AAA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245A118-F7F1-4489-91BA-389FA40B66FA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Reservas duplicadas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F084608-3B82-4362-AED7-05E0199F99A1}"/>
              </a:ext>
            </a:extLst>
          </p:cNvPr>
          <p:cNvSpPr>
            <a:spLocks noGrp="1"/>
          </p:cNvSpPr>
          <p:nvPr/>
        </p:nvSpPr>
        <p:spPr>
          <a:xfrm>
            <a:off x="414337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53312A6-E14F-4F98-809C-BDADA8A58740}"/>
              </a:ext>
            </a:extLst>
          </p:cNvPr>
          <p:cNvSpPr>
            <a:spLocks noGrp="1"/>
          </p:cNvSpPr>
          <p:nvPr/>
        </p:nvSpPr>
        <p:spPr>
          <a:xfrm>
            <a:off x="4857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073EA34-2F59-455D-8A4F-F304A04CA0D8}"/>
              </a:ext>
            </a:extLst>
          </p:cNvPr>
          <p:cNvSpPr>
            <a:spLocks noGrp="1"/>
          </p:cNvSpPr>
          <p:nvPr/>
        </p:nvSpPr>
        <p:spPr>
          <a:xfrm>
            <a:off x="5619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887F1C9-254E-4280-8D14-0927B6AA042B}"/>
              </a:ext>
            </a:extLst>
          </p:cNvPr>
          <p:cNvSpPr>
            <a:spLocks noGrp="1"/>
          </p:cNvSpPr>
          <p:nvPr/>
        </p:nvSpPr>
        <p:spPr>
          <a:xfrm>
            <a:off x="633412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B2668C6-18FF-4300-B041-014AB8D67608}"/>
              </a:ext>
            </a:extLst>
          </p:cNvPr>
          <p:cNvSpPr>
            <a:spLocks noGrp="1"/>
          </p:cNvSpPr>
          <p:nvPr/>
        </p:nvSpPr>
        <p:spPr>
          <a:xfrm>
            <a:off x="7496175" y="2952750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60AB8DD-90A3-4F63-AD85-28EBAF095526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Cambio de disponibilidad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024888F-8DE3-4FC0-BD03-77B6588E470B}"/>
              </a:ext>
            </a:extLst>
          </p:cNvPr>
          <p:cNvSpPr>
            <a:spLocks noGrp="1"/>
          </p:cNvSpPr>
          <p:nvPr/>
        </p:nvSpPr>
        <p:spPr>
          <a:xfrm>
            <a:off x="414337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46374B5-FEE0-4412-878C-53A241A7B255}"/>
              </a:ext>
            </a:extLst>
          </p:cNvPr>
          <p:cNvSpPr>
            <a:spLocks noGrp="1"/>
          </p:cNvSpPr>
          <p:nvPr/>
        </p:nvSpPr>
        <p:spPr>
          <a:xfrm>
            <a:off x="4857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13E6BDA-AD47-41DD-B955-F5F4CFF648F3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476E745-B29A-4558-8551-CDD93790C8A4}"/>
              </a:ext>
            </a:extLst>
          </p:cNvPr>
          <p:cNvSpPr>
            <a:spLocks noGrp="1"/>
          </p:cNvSpPr>
          <p:nvPr/>
        </p:nvSpPr>
        <p:spPr>
          <a:xfrm>
            <a:off x="633412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0C59FE9-8D7D-40EE-B91D-669469AFF701}"/>
              </a:ext>
            </a:extLst>
          </p:cNvPr>
          <p:cNvSpPr>
            <a:spLocks noGrp="1"/>
          </p:cNvSpPr>
          <p:nvPr/>
        </p:nvSpPr>
        <p:spPr>
          <a:xfrm>
            <a:off x="7896225" y="3305175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2B7D836-A134-4151-927A-BA2EC70AFC57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Pérdida de solicitudes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43C5437-002E-44BF-888E-056041AAFA9E}"/>
              </a:ext>
            </a:extLst>
          </p:cNvPr>
          <p:cNvSpPr>
            <a:spLocks noGrp="1"/>
          </p:cNvSpPr>
          <p:nvPr/>
        </p:nvSpPr>
        <p:spPr>
          <a:xfrm>
            <a:off x="414337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4732A72-753C-459A-AF33-1CC83310C895}"/>
              </a:ext>
            </a:extLst>
          </p:cNvPr>
          <p:cNvSpPr>
            <a:spLocks noGrp="1"/>
          </p:cNvSpPr>
          <p:nvPr/>
        </p:nvSpPr>
        <p:spPr>
          <a:xfrm>
            <a:off x="4857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9E80742-BA7F-4C21-8339-E0D879DC845B}"/>
              </a:ext>
            </a:extLst>
          </p:cNvPr>
          <p:cNvSpPr>
            <a:spLocks noGrp="1"/>
          </p:cNvSpPr>
          <p:nvPr/>
        </p:nvSpPr>
        <p:spPr>
          <a:xfrm>
            <a:off x="5619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642A92F-124F-4C5B-8575-8C998D46CE50}"/>
              </a:ext>
            </a:extLst>
          </p:cNvPr>
          <p:cNvSpPr>
            <a:spLocks noGrp="1"/>
          </p:cNvSpPr>
          <p:nvPr/>
        </p:nvSpPr>
        <p:spPr>
          <a:xfrm>
            <a:off x="633412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34ECC37-B9D6-4A17-9EB4-27DF40B06F2A}"/>
              </a:ext>
            </a:extLst>
          </p:cNvPr>
          <p:cNvSpPr>
            <a:spLocks noGrp="1"/>
          </p:cNvSpPr>
          <p:nvPr/>
        </p:nvSpPr>
        <p:spPr>
          <a:xfrm>
            <a:off x="8296275" y="3657600"/>
            <a:ext cx="171450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8C917EF-68C1-4B1C-9AA3-279D04F91632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Permisos incorrectos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EFDFA5B-5D67-4F70-B1E9-E5C2A87E3C3A}"/>
              </a:ext>
            </a:extLst>
          </p:cNvPr>
          <p:cNvSpPr>
            <a:spLocks noGrp="1"/>
          </p:cNvSpPr>
          <p:nvPr/>
        </p:nvSpPr>
        <p:spPr>
          <a:xfrm>
            <a:off x="414337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56478A3-677D-433D-BA6B-C99C0850FF0C}"/>
              </a:ext>
            </a:extLst>
          </p:cNvPr>
          <p:cNvSpPr>
            <a:spLocks noGrp="1"/>
          </p:cNvSpPr>
          <p:nvPr/>
        </p:nvSpPr>
        <p:spPr>
          <a:xfrm>
            <a:off x="4857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717615A-AC4F-41A9-A208-E13AD2DA1A65}"/>
              </a:ext>
            </a:extLst>
          </p:cNvPr>
          <p:cNvSpPr>
            <a:spLocks noGrp="1"/>
          </p:cNvSpPr>
          <p:nvPr/>
        </p:nvSpPr>
        <p:spPr>
          <a:xfrm>
            <a:off x="5619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2FCB363E-059A-4FE7-A79F-730537571A22}"/>
              </a:ext>
            </a:extLst>
          </p:cNvPr>
          <p:cNvSpPr>
            <a:spLocks noGrp="1"/>
          </p:cNvSpPr>
          <p:nvPr/>
        </p:nvSpPr>
        <p:spPr>
          <a:xfrm>
            <a:off x="633412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2680509-760A-4370-99D2-436CE641765B}"/>
              </a:ext>
            </a:extLst>
          </p:cNvPr>
          <p:cNvSpPr>
            <a:spLocks noGrp="1"/>
          </p:cNvSpPr>
          <p:nvPr/>
        </p:nvSpPr>
        <p:spPr>
          <a:xfrm>
            <a:off x="8496300" y="4010025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BF4F178-7D2B-49D1-9A2C-00AE5CF68515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Análisis cualitativo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6C6DAE5D-BF54-4DF1-96AA-9A5262AB5C4C}"/>
              </a:ext>
            </a:extLst>
          </p:cNvPr>
          <p:cNvSpPr>
            <a:spLocks noGrp="1"/>
          </p:cNvSpPr>
          <p:nvPr/>
        </p:nvSpPr>
        <p:spPr>
          <a:xfrm>
            <a:off x="414337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2743308-03B0-4238-95C4-4E82460CEE5E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09C490C-E326-47F9-9BFD-DC54CC448B01}"/>
              </a:ext>
            </a:extLst>
          </p:cNvPr>
          <p:cNvSpPr>
            <a:spLocks noGrp="1"/>
          </p:cNvSpPr>
          <p:nvPr/>
        </p:nvSpPr>
        <p:spPr>
          <a:xfrm>
            <a:off x="5619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EE4457CC-5020-44D6-9EB9-5986A885A0ED}"/>
              </a:ext>
            </a:extLst>
          </p:cNvPr>
          <p:cNvSpPr>
            <a:spLocks noGrp="1"/>
          </p:cNvSpPr>
          <p:nvPr/>
        </p:nvSpPr>
        <p:spPr>
          <a:xfrm>
            <a:off x="633412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B0B6F7AE-1871-45DD-BB59-CFC7299D162A}"/>
              </a:ext>
            </a:extLst>
          </p:cNvPr>
          <p:cNvSpPr>
            <a:spLocks noGrp="1"/>
          </p:cNvSpPr>
          <p:nvPr/>
        </p:nvSpPr>
        <p:spPr>
          <a:xfrm>
            <a:off x="8896350" y="4362450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7CEE5A86-A1B1-471E-9270-BE2CEA262F1E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Estimación de consecuencias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A49323B7-3EAB-4CAF-969C-5B2A19D8966D}"/>
              </a:ext>
            </a:extLst>
          </p:cNvPr>
          <p:cNvSpPr>
            <a:spLocks noGrp="1"/>
          </p:cNvSpPr>
          <p:nvPr/>
        </p:nvSpPr>
        <p:spPr>
          <a:xfrm>
            <a:off x="414337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ABA6AA8-801E-46B3-B5EF-48BD61AA250E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93FD9BC5-B484-48C9-93C2-683781FB403D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9A59F36F-C44D-4419-B156-A20B5C857C59}"/>
              </a:ext>
            </a:extLst>
          </p:cNvPr>
          <p:cNvSpPr>
            <a:spLocks noGrp="1"/>
          </p:cNvSpPr>
          <p:nvPr/>
        </p:nvSpPr>
        <p:spPr>
          <a:xfrm>
            <a:off x="633412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E0EF1C67-9685-4AD0-88E1-E28E64632AB8}"/>
              </a:ext>
            </a:extLst>
          </p:cNvPr>
          <p:cNvSpPr>
            <a:spLocks noGrp="1"/>
          </p:cNvSpPr>
          <p:nvPr/>
        </p:nvSpPr>
        <p:spPr>
          <a:xfrm>
            <a:off x="9296400" y="4714875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253A261-6553-4603-BCCD-848E0C29F2B1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 respuesta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D92F475-9B31-4B8B-A889-5EE37FFB25E8}"/>
              </a:ext>
            </a:extLst>
          </p:cNvPr>
          <p:cNvSpPr>
            <a:spLocks noGrp="1"/>
          </p:cNvSpPr>
          <p:nvPr/>
        </p:nvSpPr>
        <p:spPr>
          <a:xfrm>
            <a:off x="414337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27F32A1-1AD6-4C67-9DD7-610111926588}"/>
              </a:ext>
            </a:extLst>
          </p:cNvPr>
          <p:cNvSpPr>
            <a:spLocks noGrp="1"/>
          </p:cNvSpPr>
          <p:nvPr/>
        </p:nvSpPr>
        <p:spPr>
          <a:xfrm>
            <a:off x="4857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D57E969F-A746-48D7-9D10-920B03DABE3E}"/>
              </a:ext>
            </a:extLst>
          </p:cNvPr>
          <p:cNvSpPr>
            <a:spLocks noGrp="1"/>
          </p:cNvSpPr>
          <p:nvPr/>
        </p:nvSpPr>
        <p:spPr>
          <a:xfrm>
            <a:off x="5619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3480AA8-82DB-4017-803E-5989F33DF555}"/>
              </a:ext>
            </a:extLst>
          </p:cNvPr>
          <p:cNvSpPr>
            <a:spLocks noGrp="1"/>
          </p:cNvSpPr>
          <p:nvPr/>
        </p:nvSpPr>
        <p:spPr>
          <a:xfrm>
            <a:off x="633412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C2AFBA2-ECB0-424D-8EE1-1BCF5C3FE7DE}"/>
              </a:ext>
            </a:extLst>
          </p:cNvPr>
          <p:cNvSpPr>
            <a:spLocks noGrp="1"/>
          </p:cNvSpPr>
          <p:nvPr/>
        </p:nvSpPr>
        <p:spPr>
          <a:xfrm>
            <a:off x="9696450" y="5067300"/>
            <a:ext cx="571500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EF6C8F4-0400-44FD-87A5-C7997565606F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y documentación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F5FFEF91-E7AE-4BE3-879B-9DA1F4AA68CD}"/>
              </a:ext>
            </a:extLst>
          </p:cNvPr>
          <p:cNvSpPr>
            <a:spLocks noGrp="1"/>
          </p:cNvSpPr>
          <p:nvPr/>
        </p:nvSpPr>
        <p:spPr>
          <a:xfrm>
            <a:off x="414337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C054FD00-E5F0-4411-A9B8-7E559457B32F}"/>
              </a:ext>
            </a:extLst>
          </p:cNvPr>
          <p:cNvSpPr>
            <a:spLocks noGrp="1"/>
          </p:cNvSpPr>
          <p:nvPr/>
        </p:nvSpPr>
        <p:spPr>
          <a:xfrm>
            <a:off x="4857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F6FBC86-B440-43BB-A5B4-FD977015FD73}"/>
              </a:ext>
            </a:extLst>
          </p:cNvPr>
          <p:cNvSpPr>
            <a:spLocks noGrp="1"/>
          </p:cNvSpPr>
          <p:nvPr/>
        </p:nvSpPr>
        <p:spPr>
          <a:xfrm>
            <a:off x="5619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8C31489F-EE88-4AD9-90D4-B987E64F3F89}"/>
              </a:ext>
            </a:extLst>
          </p:cNvPr>
          <p:cNvSpPr>
            <a:spLocks noGrp="1"/>
          </p:cNvSpPr>
          <p:nvPr/>
        </p:nvSpPr>
        <p:spPr>
          <a:xfrm>
            <a:off x="633412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4FE1B71C-3967-46F1-B6A7-9CD347C157D8}"/>
              </a:ext>
            </a:extLst>
          </p:cNvPr>
          <p:cNvSpPr>
            <a:spLocks noGrp="1"/>
          </p:cNvSpPr>
          <p:nvPr/>
        </p:nvSpPr>
        <p:spPr>
          <a:xfrm>
            <a:off x="10296525" y="5419725"/>
            <a:ext cx="371475" cy="209550"/>
          </a:xfrm>
          <a:prstGeom prst="rect">
            <a:avLst/>
          </a:prstGeom>
          <a:solidFill>
            <a:srgbClr val="5E7F9B"/>
          </a:solidFill>
          <a:ln w="0">
            <a:noFill/>
          </a:ln>
        </p:spPr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34EBF32F-0F11-4EA1-BFF2-7B2DC295EBBF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del ejercicio: 18 días laborables. Las tareas se vinculan en secuencia.</a:t>
            </a:r>
          </a:p>
        </p:txBody>
      </p:sp>
    </p:spTree>
    <p:extLst>
      <p:ext uri="{BB962C8B-B14F-4D97-AF65-F5344CB8AC3E}">
        <p14:creationId xmlns:p14="http://schemas.microsoft.com/office/powerpoint/2010/main" val="100864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 83">
            <a:extLst>
              <a:ext uri="{FF2B5EF4-FFF2-40B4-BE49-F238E27FC236}">
                <a16:creationId xmlns:a16="http://schemas.microsoft.com/office/drawing/2014/main" id="{EA4887FA-CCD7-4B68-A0B1-45EF2B22DD6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6CA718-8A0F-4E69-8E4B-9E3FC763AF2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3530D2-C0DB-46E0-ABFA-DA9E4437A433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DE GESTIÓN DE RIESGOS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0D508DE-4210-4BAF-B9C8-37D63230740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68CE2F-88B1-4794-B9E9-E7DB374F3A4E}"/>
              </a:ext>
            </a:extLst>
          </p:cNvPr>
          <p:cNvSpPr>
            <a:spLocks noGrp="1"/>
          </p:cNvSpPr>
          <p:nvPr/>
        </p:nvSpPr>
        <p:spPr>
          <a:xfrm>
            <a:off x="414337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A0E618-4F69-4B89-8475-3D7CA8D444C3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Anterior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02C032-BCDE-473A-A396-2729CBA02C4C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F5A026-6F04-400B-A62C-BFA2F729A188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F71A8E-5835-40CD-B514-826619A1CF65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B76907-39E6-4F37-8780-9EF09C6F6C92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0243E67-56E9-4AA2-A71B-04E2DC0EE295}"/>
              </a:ext>
            </a:extLst>
          </p:cNvPr>
          <p:cNvSpPr>
            <a:spLocks noGrp="1"/>
          </p:cNvSpPr>
          <p:nvPr/>
        </p:nvSpPr>
        <p:spPr>
          <a:xfrm>
            <a:off x="74961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BD58CA-98B1-4BB6-A0AB-36BF26A7B3E9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F364673-D200-4136-A157-3A07C273F5E5}"/>
              </a:ext>
            </a:extLst>
          </p:cNvPr>
          <p:cNvSpPr>
            <a:spLocks noGrp="1"/>
          </p:cNvSpPr>
          <p:nvPr/>
        </p:nvSpPr>
        <p:spPr>
          <a:xfrm>
            <a:off x="78962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0CF607-26BD-4DEC-93B9-7863AC860C35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CFB13C1-6B25-4860-BC01-DFC18F55CD47}"/>
              </a:ext>
            </a:extLst>
          </p:cNvPr>
          <p:cNvSpPr>
            <a:spLocks noGrp="1"/>
          </p:cNvSpPr>
          <p:nvPr/>
        </p:nvSpPr>
        <p:spPr>
          <a:xfrm>
            <a:off x="82962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8114174-20A2-448B-8A80-077AC7688680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43577D-42BA-4325-BB0F-7C5025C17435}"/>
              </a:ext>
            </a:extLst>
          </p:cNvPr>
          <p:cNvSpPr>
            <a:spLocks noGrp="1"/>
          </p:cNvSpPr>
          <p:nvPr/>
        </p:nvSpPr>
        <p:spPr>
          <a:xfrm>
            <a:off x="86963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1A11AD0-6D0A-43F0-BC3E-B1A7D75692F3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AF98ED6-03C1-469B-BADE-A6534862E1DF}"/>
              </a:ext>
            </a:extLst>
          </p:cNvPr>
          <p:cNvSpPr>
            <a:spLocks noGrp="1"/>
          </p:cNvSpPr>
          <p:nvPr/>
        </p:nvSpPr>
        <p:spPr>
          <a:xfrm>
            <a:off x="90963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1307B21-29D6-429C-9BDA-EBA463404D4D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F334F17-82AF-4C4B-A130-DD15ACA87B99}"/>
              </a:ext>
            </a:extLst>
          </p:cNvPr>
          <p:cNvSpPr>
            <a:spLocks noGrp="1"/>
          </p:cNvSpPr>
          <p:nvPr/>
        </p:nvSpPr>
        <p:spPr>
          <a:xfrm>
            <a:off x="94964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062802F-8C10-4A7C-B7B3-0FFA7550BE62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CE2087-71C1-4E03-AA1D-64DE9C9B18CB}"/>
              </a:ext>
            </a:extLst>
          </p:cNvPr>
          <p:cNvSpPr>
            <a:spLocks noGrp="1"/>
          </p:cNvSpPr>
          <p:nvPr/>
        </p:nvSpPr>
        <p:spPr>
          <a:xfrm>
            <a:off x="98964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2536A06-B625-492F-AD73-C29D30AF6B14}"/>
              </a:ext>
            </a:extLst>
          </p:cNvPr>
          <p:cNvSpPr>
            <a:spLocks noGrp="1"/>
          </p:cNvSpPr>
          <p:nvPr/>
        </p:nvSpPr>
        <p:spPr>
          <a:xfrm>
            <a:off x="100965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D12E00E-ED4C-4989-BC45-F7D474FEEDCA}"/>
              </a:ext>
            </a:extLst>
          </p:cNvPr>
          <p:cNvSpPr>
            <a:spLocks noGrp="1"/>
          </p:cNvSpPr>
          <p:nvPr/>
        </p:nvSpPr>
        <p:spPr>
          <a:xfrm>
            <a:off x="102965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AB28700-DD76-45DA-8CF1-002B110EDD8A}"/>
              </a:ext>
            </a:extLst>
          </p:cNvPr>
          <p:cNvSpPr>
            <a:spLocks noGrp="1"/>
          </p:cNvSpPr>
          <p:nvPr/>
        </p:nvSpPr>
        <p:spPr>
          <a:xfrm>
            <a:off x="104965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A009230-7788-4832-8521-781D3DED051B}"/>
              </a:ext>
            </a:extLst>
          </p:cNvPr>
          <p:cNvSpPr>
            <a:spLocks noGrp="1"/>
          </p:cNvSpPr>
          <p:nvPr/>
        </p:nvSpPr>
        <p:spPr>
          <a:xfrm>
            <a:off x="106965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AFB995F-11C3-4BE6-A8F6-81B4EACA7E66}"/>
              </a:ext>
            </a:extLst>
          </p:cNvPr>
          <p:cNvSpPr>
            <a:spLocks noGrp="1"/>
          </p:cNvSpPr>
          <p:nvPr/>
        </p:nvSpPr>
        <p:spPr>
          <a:xfrm>
            <a:off x="108966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AC9086D-28A9-4479-9FDC-6D8A426CA92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 de riesgos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F6C925F-643A-4FB5-A75E-BE92B421F0C0}"/>
              </a:ext>
            </a:extLst>
          </p:cNvPr>
          <p:cNvSpPr>
            <a:spLocks noGrp="1"/>
          </p:cNvSpPr>
          <p:nvPr/>
        </p:nvSpPr>
        <p:spPr>
          <a:xfrm>
            <a:off x="414337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E828A6C-0F81-4891-B965-BB0B32640B10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B40CC66-8D4B-4AE3-9BFA-7CE2181627A0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D4E8B14-F25A-472D-8ADA-A53F3263769A}"/>
              </a:ext>
            </a:extLst>
          </p:cNvPr>
          <p:cNvSpPr>
            <a:spLocks noGrp="1"/>
          </p:cNvSpPr>
          <p:nvPr/>
        </p:nvSpPr>
        <p:spPr>
          <a:xfrm>
            <a:off x="633412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6556DE0-27F6-40E4-9598-9FEF5D70A9AD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4178CB8-C0F6-4FC4-9354-CF10A8E128D8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Citas duplicadas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2974E4D-F2EA-4A99-81ED-45B32D6B0DBD}"/>
              </a:ext>
            </a:extLst>
          </p:cNvPr>
          <p:cNvSpPr>
            <a:spLocks noGrp="1"/>
          </p:cNvSpPr>
          <p:nvPr/>
        </p:nvSpPr>
        <p:spPr>
          <a:xfrm>
            <a:off x="414337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8DFC6A9-A386-45E1-BEF5-3FBAAC3625AF}"/>
              </a:ext>
            </a:extLst>
          </p:cNvPr>
          <p:cNvSpPr>
            <a:spLocks noGrp="1"/>
          </p:cNvSpPr>
          <p:nvPr/>
        </p:nvSpPr>
        <p:spPr>
          <a:xfrm>
            <a:off x="4857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51A96FE-8238-46D9-A86F-6ECDCC34D612}"/>
              </a:ext>
            </a:extLst>
          </p:cNvPr>
          <p:cNvSpPr>
            <a:spLocks noGrp="1"/>
          </p:cNvSpPr>
          <p:nvPr/>
        </p:nvSpPr>
        <p:spPr>
          <a:xfrm>
            <a:off x="5619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0D2C499-7CC9-43C4-A768-6EB36DAC4C02}"/>
              </a:ext>
            </a:extLst>
          </p:cNvPr>
          <p:cNvSpPr>
            <a:spLocks noGrp="1"/>
          </p:cNvSpPr>
          <p:nvPr/>
        </p:nvSpPr>
        <p:spPr>
          <a:xfrm>
            <a:off x="633412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2AE0AB5-7887-4F6F-993C-319DE4C9A864}"/>
              </a:ext>
            </a:extLst>
          </p:cNvPr>
          <p:cNvSpPr>
            <a:spLocks noGrp="1"/>
          </p:cNvSpPr>
          <p:nvPr/>
        </p:nvSpPr>
        <p:spPr>
          <a:xfrm>
            <a:off x="7496175" y="2952750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7F92382-81D0-4D58-881F-576DA95C93A6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Cambio de horario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14004EE-DA13-43CC-9458-4CA46FAE227B}"/>
              </a:ext>
            </a:extLst>
          </p:cNvPr>
          <p:cNvSpPr>
            <a:spLocks noGrp="1"/>
          </p:cNvSpPr>
          <p:nvPr/>
        </p:nvSpPr>
        <p:spPr>
          <a:xfrm>
            <a:off x="414337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CAE61B9-2E48-48DC-B2E5-0B7392ACEEE1}"/>
              </a:ext>
            </a:extLst>
          </p:cNvPr>
          <p:cNvSpPr>
            <a:spLocks noGrp="1"/>
          </p:cNvSpPr>
          <p:nvPr/>
        </p:nvSpPr>
        <p:spPr>
          <a:xfrm>
            <a:off x="4857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85A90E7-FD9C-443A-9071-793BEABC2E8B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3BF9D72-9EF5-4A3E-9042-FE31E0DB2A37}"/>
              </a:ext>
            </a:extLst>
          </p:cNvPr>
          <p:cNvSpPr>
            <a:spLocks noGrp="1"/>
          </p:cNvSpPr>
          <p:nvPr/>
        </p:nvSpPr>
        <p:spPr>
          <a:xfrm>
            <a:off x="633412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CC1BDBD-09B1-4EEE-8E63-512CC56D2623}"/>
              </a:ext>
            </a:extLst>
          </p:cNvPr>
          <p:cNvSpPr>
            <a:spLocks noGrp="1"/>
          </p:cNvSpPr>
          <p:nvPr/>
        </p:nvSpPr>
        <p:spPr>
          <a:xfrm>
            <a:off x="7896225" y="3305175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D400DF9-4A65-4600-969C-072186033AF6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Cancelación sin aviso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FDEE0F2B-1F83-4E0B-AFCD-01A8439495D5}"/>
              </a:ext>
            </a:extLst>
          </p:cNvPr>
          <p:cNvSpPr>
            <a:spLocks noGrp="1"/>
          </p:cNvSpPr>
          <p:nvPr/>
        </p:nvSpPr>
        <p:spPr>
          <a:xfrm>
            <a:off x="414337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6F8EFB9-152E-4D0A-ADF8-07C8521E9B85}"/>
              </a:ext>
            </a:extLst>
          </p:cNvPr>
          <p:cNvSpPr>
            <a:spLocks noGrp="1"/>
          </p:cNvSpPr>
          <p:nvPr/>
        </p:nvSpPr>
        <p:spPr>
          <a:xfrm>
            <a:off x="4857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EE3FBE09-280C-42A7-9FCF-9AA81854D752}"/>
              </a:ext>
            </a:extLst>
          </p:cNvPr>
          <p:cNvSpPr>
            <a:spLocks noGrp="1"/>
          </p:cNvSpPr>
          <p:nvPr/>
        </p:nvSpPr>
        <p:spPr>
          <a:xfrm>
            <a:off x="5619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8B5075C-D771-4E44-B5DE-DE691B60AF96}"/>
              </a:ext>
            </a:extLst>
          </p:cNvPr>
          <p:cNvSpPr>
            <a:spLocks noGrp="1"/>
          </p:cNvSpPr>
          <p:nvPr/>
        </p:nvSpPr>
        <p:spPr>
          <a:xfrm>
            <a:off x="633412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3B16B19-46C1-4E9E-9526-81AE253976CC}"/>
              </a:ext>
            </a:extLst>
          </p:cNvPr>
          <p:cNvSpPr>
            <a:spLocks noGrp="1"/>
          </p:cNvSpPr>
          <p:nvPr/>
        </p:nvSpPr>
        <p:spPr>
          <a:xfrm>
            <a:off x="8296275" y="3657600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EB2C700-ACC4-49B3-9474-38365E9C50E0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Falla de conexión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3E4367C-CE33-464A-AB6E-914587A53497}"/>
              </a:ext>
            </a:extLst>
          </p:cNvPr>
          <p:cNvSpPr>
            <a:spLocks noGrp="1"/>
          </p:cNvSpPr>
          <p:nvPr/>
        </p:nvSpPr>
        <p:spPr>
          <a:xfrm>
            <a:off x="414337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330A4CA-A77D-40BF-8C1F-1AEEE322F2C0}"/>
              </a:ext>
            </a:extLst>
          </p:cNvPr>
          <p:cNvSpPr>
            <a:spLocks noGrp="1"/>
          </p:cNvSpPr>
          <p:nvPr/>
        </p:nvSpPr>
        <p:spPr>
          <a:xfrm>
            <a:off x="4857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1F2878A-F4C7-4A70-A746-710A04B60B2A}"/>
              </a:ext>
            </a:extLst>
          </p:cNvPr>
          <p:cNvSpPr>
            <a:spLocks noGrp="1"/>
          </p:cNvSpPr>
          <p:nvPr/>
        </p:nvSpPr>
        <p:spPr>
          <a:xfrm>
            <a:off x="5619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E4026852-4BE8-4155-899D-63F187B53398}"/>
              </a:ext>
            </a:extLst>
          </p:cNvPr>
          <p:cNvSpPr>
            <a:spLocks noGrp="1"/>
          </p:cNvSpPr>
          <p:nvPr/>
        </p:nvSpPr>
        <p:spPr>
          <a:xfrm>
            <a:off x="633412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12AE1D7B-6A3A-4CD7-AACA-2492FB573BC2}"/>
              </a:ext>
            </a:extLst>
          </p:cNvPr>
          <p:cNvSpPr>
            <a:spLocks noGrp="1"/>
          </p:cNvSpPr>
          <p:nvPr/>
        </p:nvSpPr>
        <p:spPr>
          <a:xfrm>
            <a:off x="8696325" y="4010025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3F085EE-73E2-4332-AC6D-05AAD986C138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Análisis cualitativo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437999F3-33EE-443B-9A26-16290A1F6CCE}"/>
              </a:ext>
            </a:extLst>
          </p:cNvPr>
          <p:cNvSpPr>
            <a:spLocks noGrp="1"/>
          </p:cNvSpPr>
          <p:nvPr/>
        </p:nvSpPr>
        <p:spPr>
          <a:xfrm>
            <a:off x="414337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1083572F-0FA3-46CA-9598-0E61E9AF359A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648CB80-389C-41EC-B1C0-4F965A0D23BB}"/>
              </a:ext>
            </a:extLst>
          </p:cNvPr>
          <p:cNvSpPr>
            <a:spLocks noGrp="1"/>
          </p:cNvSpPr>
          <p:nvPr/>
        </p:nvSpPr>
        <p:spPr>
          <a:xfrm>
            <a:off x="5619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D9EA5463-0A3C-4F47-AE5D-06E770A9AB0D}"/>
              </a:ext>
            </a:extLst>
          </p:cNvPr>
          <p:cNvSpPr>
            <a:spLocks noGrp="1"/>
          </p:cNvSpPr>
          <p:nvPr/>
        </p:nvSpPr>
        <p:spPr>
          <a:xfrm>
            <a:off x="633412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03EE9F8-C276-487A-9807-F4888FC88396}"/>
              </a:ext>
            </a:extLst>
          </p:cNvPr>
          <p:cNvSpPr>
            <a:spLocks noGrp="1"/>
          </p:cNvSpPr>
          <p:nvPr/>
        </p:nvSpPr>
        <p:spPr>
          <a:xfrm>
            <a:off x="9096375" y="4362450"/>
            <a:ext cx="571500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1EB62EB5-426A-4300-B6D9-6728AD2E8073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Estimación de consecuencias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B555D3EB-66E5-4D28-99E2-38BE321951EE}"/>
              </a:ext>
            </a:extLst>
          </p:cNvPr>
          <p:cNvSpPr>
            <a:spLocks noGrp="1"/>
          </p:cNvSpPr>
          <p:nvPr/>
        </p:nvSpPr>
        <p:spPr>
          <a:xfrm>
            <a:off x="414337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7B554A3B-576E-4031-8679-50773BBBB5D2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4646052-F29D-4882-96F5-688AAC3026ED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D61F085-6459-411A-863E-6B700649020D}"/>
              </a:ext>
            </a:extLst>
          </p:cNvPr>
          <p:cNvSpPr>
            <a:spLocks noGrp="1"/>
          </p:cNvSpPr>
          <p:nvPr/>
        </p:nvSpPr>
        <p:spPr>
          <a:xfrm>
            <a:off x="633412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DC397276-FF95-479D-858A-F86E84AAB14B}"/>
              </a:ext>
            </a:extLst>
          </p:cNvPr>
          <p:cNvSpPr>
            <a:spLocks noGrp="1"/>
          </p:cNvSpPr>
          <p:nvPr/>
        </p:nvSpPr>
        <p:spPr>
          <a:xfrm>
            <a:off x="9696450" y="4714875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C9C0B53C-3B6A-4676-82CE-86C06480E577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 respuesta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BC86E04B-132D-445C-A7B8-44999E850900}"/>
              </a:ext>
            </a:extLst>
          </p:cNvPr>
          <p:cNvSpPr>
            <a:spLocks noGrp="1"/>
          </p:cNvSpPr>
          <p:nvPr/>
        </p:nvSpPr>
        <p:spPr>
          <a:xfrm>
            <a:off x="414337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52F8F655-87C0-4BA2-97AF-BA1D36E3B0B9}"/>
              </a:ext>
            </a:extLst>
          </p:cNvPr>
          <p:cNvSpPr>
            <a:spLocks noGrp="1"/>
          </p:cNvSpPr>
          <p:nvPr/>
        </p:nvSpPr>
        <p:spPr>
          <a:xfrm>
            <a:off x="4857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EEC1B94-A42D-47E5-82E2-6EEA17614F84}"/>
              </a:ext>
            </a:extLst>
          </p:cNvPr>
          <p:cNvSpPr>
            <a:spLocks noGrp="1"/>
          </p:cNvSpPr>
          <p:nvPr/>
        </p:nvSpPr>
        <p:spPr>
          <a:xfrm>
            <a:off x="5619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A222BCA-CE54-4DDE-B0EE-6DFD753059B8}"/>
              </a:ext>
            </a:extLst>
          </p:cNvPr>
          <p:cNvSpPr>
            <a:spLocks noGrp="1"/>
          </p:cNvSpPr>
          <p:nvPr/>
        </p:nvSpPr>
        <p:spPr>
          <a:xfrm>
            <a:off x="633412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C253B8A-47FD-44FC-8E09-B36F9FA083B7}"/>
              </a:ext>
            </a:extLst>
          </p:cNvPr>
          <p:cNvSpPr>
            <a:spLocks noGrp="1"/>
          </p:cNvSpPr>
          <p:nvPr/>
        </p:nvSpPr>
        <p:spPr>
          <a:xfrm>
            <a:off x="10096500" y="5067300"/>
            <a:ext cx="571500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C9806FF-1AF8-4B98-969C-D2E79F244BA0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y documentación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4FD2E873-F46B-4EEE-9D1F-1FBBD13DE560}"/>
              </a:ext>
            </a:extLst>
          </p:cNvPr>
          <p:cNvSpPr>
            <a:spLocks noGrp="1"/>
          </p:cNvSpPr>
          <p:nvPr/>
        </p:nvSpPr>
        <p:spPr>
          <a:xfrm>
            <a:off x="414337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5F437E0-05FF-40B9-8EE2-21BD8FE61D4B}"/>
              </a:ext>
            </a:extLst>
          </p:cNvPr>
          <p:cNvSpPr>
            <a:spLocks noGrp="1"/>
          </p:cNvSpPr>
          <p:nvPr/>
        </p:nvSpPr>
        <p:spPr>
          <a:xfrm>
            <a:off x="4857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969155C7-D78C-4410-92D0-B6A56CE6B21E}"/>
              </a:ext>
            </a:extLst>
          </p:cNvPr>
          <p:cNvSpPr>
            <a:spLocks noGrp="1"/>
          </p:cNvSpPr>
          <p:nvPr/>
        </p:nvSpPr>
        <p:spPr>
          <a:xfrm>
            <a:off x="5619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156B933C-2389-4D1F-8E15-5DB2E73FF70E}"/>
              </a:ext>
            </a:extLst>
          </p:cNvPr>
          <p:cNvSpPr>
            <a:spLocks noGrp="1"/>
          </p:cNvSpPr>
          <p:nvPr/>
        </p:nvSpPr>
        <p:spPr>
          <a:xfrm>
            <a:off x="633412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44813D52-75E1-43CD-898C-282E119B9CBF}"/>
              </a:ext>
            </a:extLst>
          </p:cNvPr>
          <p:cNvSpPr>
            <a:spLocks noGrp="1"/>
          </p:cNvSpPr>
          <p:nvPr/>
        </p:nvSpPr>
        <p:spPr>
          <a:xfrm>
            <a:off x="10696575" y="5419725"/>
            <a:ext cx="371475" cy="209550"/>
          </a:xfrm>
          <a:prstGeom prst="rect">
            <a:avLst/>
          </a:prstGeom>
          <a:solidFill>
            <a:srgbClr val="7A8A71"/>
          </a:solidFill>
          <a:ln w="0">
            <a:noFill/>
          </a:ln>
        </p:spPr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CAEF4A87-D6E9-4F21-8BF8-1E97C5716FAC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del ejercicio: 20 días laborables. Las tareas se vinculan en secuencia.</a:t>
            </a:r>
          </a:p>
        </p:txBody>
      </p:sp>
    </p:spTree>
    <p:extLst>
      <p:ext uri="{BB962C8B-B14F-4D97-AF65-F5344CB8AC3E}">
        <p14:creationId xmlns:p14="http://schemas.microsoft.com/office/powerpoint/2010/main" val="152794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ángulo 82">
            <a:extLst>
              <a:ext uri="{FF2B5EF4-FFF2-40B4-BE49-F238E27FC236}">
                <a16:creationId xmlns:a16="http://schemas.microsoft.com/office/drawing/2014/main" id="{1A3AD6F7-5A29-466C-ADDB-1D4127C61F8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1F5E9D-1226-4478-BD40-B6D63792ACB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7F193A0-E806-4E43-AAD4-189332D39DC2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ACTIVIDADES DE GESTIÓN DE RIESGOS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66A3A6-CC00-43A0-BB67-6D07F8AB6F4C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03ECE2-18E9-4633-AC76-CEAB60881C8E}"/>
              </a:ext>
            </a:extLst>
          </p:cNvPr>
          <p:cNvSpPr>
            <a:spLocks noGrp="1"/>
          </p:cNvSpPr>
          <p:nvPr/>
        </p:nvSpPr>
        <p:spPr>
          <a:xfrm>
            <a:off x="414337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57623C-8BB9-4091-AEE4-344BAEE2F803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Anterior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785A53-AD4A-4838-AC1A-390F7B5617B4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0A0974-40A2-40DD-8875-D94591155404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B0FF023-EF5C-4CC9-90B6-402153D1055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AFA033E-8EFB-4B1C-8D02-0938867A59E4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DD5E53-F33A-4CDF-A0A0-B74D56525292}"/>
              </a:ext>
            </a:extLst>
          </p:cNvPr>
          <p:cNvSpPr>
            <a:spLocks noGrp="1"/>
          </p:cNvSpPr>
          <p:nvPr/>
        </p:nvSpPr>
        <p:spPr>
          <a:xfrm>
            <a:off x="74961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FF30E7-3F9B-4719-9074-5A018362D1E9}"/>
              </a:ext>
            </a:extLst>
          </p:cNvPr>
          <p:cNvSpPr>
            <a:spLocks noGrp="1"/>
          </p:cNvSpPr>
          <p:nvPr/>
        </p:nvSpPr>
        <p:spPr>
          <a:xfrm>
            <a:off x="76962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6050EFD-FDA3-4FCB-A102-120085E091E4}"/>
              </a:ext>
            </a:extLst>
          </p:cNvPr>
          <p:cNvSpPr>
            <a:spLocks noGrp="1"/>
          </p:cNvSpPr>
          <p:nvPr/>
        </p:nvSpPr>
        <p:spPr>
          <a:xfrm>
            <a:off x="78962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AEDC15A-2FC3-4D92-8B4C-438A1F6CD3A2}"/>
              </a:ext>
            </a:extLst>
          </p:cNvPr>
          <p:cNvSpPr>
            <a:spLocks noGrp="1"/>
          </p:cNvSpPr>
          <p:nvPr/>
        </p:nvSpPr>
        <p:spPr>
          <a:xfrm>
            <a:off x="80962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B7CCF2-DEDD-4ABB-BBB0-B0DF07599973}"/>
              </a:ext>
            </a:extLst>
          </p:cNvPr>
          <p:cNvSpPr>
            <a:spLocks noGrp="1"/>
          </p:cNvSpPr>
          <p:nvPr/>
        </p:nvSpPr>
        <p:spPr>
          <a:xfrm>
            <a:off x="82962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B5B11E1-5ACA-4569-9449-D909F5288980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700D2F9-34D0-4C60-BFB8-81ED06294DB7}"/>
              </a:ext>
            </a:extLst>
          </p:cNvPr>
          <p:cNvSpPr>
            <a:spLocks noGrp="1"/>
          </p:cNvSpPr>
          <p:nvPr/>
        </p:nvSpPr>
        <p:spPr>
          <a:xfrm>
            <a:off x="86963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875B8D9-698F-4A96-B755-CCA58F334D3E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A3E5A85-CD88-428B-873E-1D87B5745D97}"/>
              </a:ext>
            </a:extLst>
          </p:cNvPr>
          <p:cNvSpPr>
            <a:spLocks noGrp="1"/>
          </p:cNvSpPr>
          <p:nvPr/>
        </p:nvSpPr>
        <p:spPr>
          <a:xfrm>
            <a:off x="90963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2615858-7F49-48B7-982F-CD5B16097107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A94202C-EC2C-4CBB-865E-AFE77E78BCEC}"/>
              </a:ext>
            </a:extLst>
          </p:cNvPr>
          <p:cNvSpPr>
            <a:spLocks noGrp="1"/>
          </p:cNvSpPr>
          <p:nvPr/>
        </p:nvSpPr>
        <p:spPr>
          <a:xfrm>
            <a:off x="94964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24040E1-0702-4938-B28A-EE7FE127B9D7}"/>
              </a:ext>
            </a:extLst>
          </p:cNvPr>
          <p:cNvSpPr>
            <a:spLocks noGrp="1"/>
          </p:cNvSpPr>
          <p:nvPr/>
        </p:nvSpPr>
        <p:spPr>
          <a:xfrm>
            <a:off x="96964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5BA9E7C-690A-4856-8138-DE150B12269B}"/>
              </a:ext>
            </a:extLst>
          </p:cNvPr>
          <p:cNvSpPr>
            <a:spLocks noGrp="1"/>
          </p:cNvSpPr>
          <p:nvPr/>
        </p:nvSpPr>
        <p:spPr>
          <a:xfrm>
            <a:off x="98964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954F555-D8CB-4CB4-8397-9017B59957CF}"/>
              </a:ext>
            </a:extLst>
          </p:cNvPr>
          <p:cNvSpPr>
            <a:spLocks noGrp="1"/>
          </p:cNvSpPr>
          <p:nvPr/>
        </p:nvSpPr>
        <p:spPr>
          <a:xfrm>
            <a:off x="1009650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0C4B8A9-3800-48D4-B569-E129C188F3B7}"/>
              </a:ext>
            </a:extLst>
          </p:cNvPr>
          <p:cNvSpPr>
            <a:spLocks noGrp="1"/>
          </p:cNvSpPr>
          <p:nvPr/>
        </p:nvSpPr>
        <p:spPr>
          <a:xfrm>
            <a:off x="1029652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C2A5C29-D2E3-4083-BD97-C7C83F86C001}"/>
              </a:ext>
            </a:extLst>
          </p:cNvPr>
          <p:cNvSpPr>
            <a:spLocks noGrp="1"/>
          </p:cNvSpPr>
          <p:nvPr/>
        </p:nvSpPr>
        <p:spPr>
          <a:xfrm>
            <a:off x="10496550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D472EEE-1486-4073-A989-47E3D43BEA71}"/>
              </a:ext>
            </a:extLst>
          </p:cNvPr>
          <p:cNvSpPr>
            <a:spLocks noGrp="1"/>
          </p:cNvSpPr>
          <p:nvPr/>
        </p:nvSpPr>
        <p:spPr>
          <a:xfrm>
            <a:off x="10696575" y="20955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493B298-8370-4F33-80D8-BFB51C01CB91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Identificación de riesgos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E9DCB5B-834C-49B8-97E4-B9F0F717BE50}"/>
              </a:ext>
            </a:extLst>
          </p:cNvPr>
          <p:cNvSpPr>
            <a:spLocks noGrp="1"/>
          </p:cNvSpPr>
          <p:nvPr/>
        </p:nvSpPr>
        <p:spPr>
          <a:xfrm>
            <a:off x="414337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4199481-42AD-43F4-B0F1-5D4065780BB1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F7B7FEB-96D1-4207-9D8C-641DAA0F24C9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9E34DD-4456-4820-B3FF-25B9986BD39A}"/>
              </a:ext>
            </a:extLst>
          </p:cNvPr>
          <p:cNvSpPr>
            <a:spLocks noGrp="1"/>
          </p:cNvSpPr>
          <p:nvPr/>
        </p:nvSpPr>
        <p:spPr>
          <a:xfrm>
            <a:off x="6334125" y="25717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5CE1562-9A01-4A2B-B0E6-D425FDF2BD0F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36EE1A0-DAE0-4D76-B8B3-E87582B4B261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Error en cantidades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539A42F-F579-4C49-A622-1B991CC3F11B}"/>
              </a:ext>
            </a:extLst>
          </p:cNvPr>
          <p:cNvSpPr>
            <a:spLocks noGrp="1"/>
          </p:cNvSpPr>
          <p:nvPr/>
        </p:nvSpPr>
        <p:spPr>
          <a:xfrm>
            <a:off x="414337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9F4275A-A9C2-473E-AC81-18E95DC82E44}"/>
              </a:ext>
            </a:extLst>
          </p:cNvPr>
          <p:cNvSpPr>
            <a:spLocks noGrp="1"/>
          </p:cNvSpPr>
          <p:nvPr/>
        </p:nvSpPr>
        <p:spPr>
          <a:xfrm>
            <a:off x="4857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2944686-F9CC-4E36-B740-75F160CB86FB}"/>
              </a:ext>
            </a:extLst>
          </p:cNvPr>
          <p:cNvSpPr>
            <a:spLocks noGrp="1"/>
          </p:cNvSpPr>
          <p:nvPr/>
        </p:nvSpPr>
        <p:spPr>
          <a:xfrm>
            <a:off x="5619750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5E2B952-4750-4BBB-B60F-091BA601F08C}"/>
              </a:ext>
            </a:extLst>
          </p:cNvPr>
          <p:cNvSpPr>
            <a:spLocks noGrp="1"/>
          </p:cNvSpPr>
          <p:nvPr/>
        </p:nvSpPr>
        <p:spPr>
          <a:xfrm>
            <a:off x="6334125" y="29241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1063AE23-D8B8-44D2-91CB-7F3296AC539C}"/>
              </a:ext>
            </a:extLst>
          </p:cNvPr>
          <p:cNvSpPr>
            <a:spLocks noGrp="1"/>
          </p:cNvSpPr>
          <p:nvPr/>
        </p:nvSpPr>
        <p:spPr>
          <a:xfrm>
            <a:off x="7496175" y="2952750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FC1E49F-C65E-4F24-8CD3-303C15585728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Préstamo sin responsable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82D847A-7E0B-4DEC-9330-FEDF698781BE}"/>
              </a:ext>
            </a:extLst>
          </p:cNvPr>
          <p:cNvSpPr>
            <a:spLocks noGrp="1"/>
          </p:cNvSpPr>
          <p:nvPr/>
        </p:nvSpPr>
        <p:spPr>
          <a:xfrm>
            <a:off x="414337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C088402-B0DF-479E-8A8B-5B9067C1C458}"/>
              </a:ext>
            </a:extLst>
          </p:cNvPr>
          <p:cNvSpPr>
            <a:spLocks noGrp="1"/>
          </p:cNvSpPr>
          <p:nvPr/>
        </p:nvSpPr>
        <p:spPr>
          <a:xfrm>
            <a:off x="4857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7238C9B-48E0-4487-93FB-BB41C9A927E0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F4460AD-C618-42F5-885D-BE48CC664D02}"/>
              </a:ext>
            </a:extLst>
          </p:cNvPr>
          <p:cNvSpPr>
            <a:spLocks noGrp="1"/>
          </p:cNvSpPr>
          <p:nvPr/>
        </p:nvSpPr>
        <p:spPr>
          <a:xfrm>
            <a:off x="6334125" y="32766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2321E0E-D138-4B33-A98A-9137D73CAADC}"/>
              </a:ext>
            </a:extLst>
          </p:cNvPr>
          <p:cNvSpPr>
            <a:spLocks noGrp="1"/>
          </p:cNvSpPr>
          <p:nvPr/>
        </p:nvSpPr>
        <p:spPr>
          <a:xfrm>
            <a:off x="7896225" y="3305175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FAECA70B-C849-46AA-AE17-009DABBA0672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Devolución incompleta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38895650-E6AA-4F5D-B13A-932FC8FD13C3}"/>
              </a:ext>
            </a:extLst>
          </p:cNvPr>
          <p:cNvSpPr>
            <a:spLocks noGrp="1"/>
          </p:cNvSpPr>
          <p:nvPr/>
        </p:nvSpPr>
        <p:spPr>
          <a:xfrm>
            <a:off x="414337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CFF42E2-C5FC-4583-89BA-A2B6830F0E27}"/>
              </a:ext>
            </a:extLst>
          </p:cNvPr>
          <p:cNvSpPr>
            <a:spLocks noGrp="1"/>
          </p:cNvSpPr>
          <p:nvPr/>
        </p:nvSpPr>
        <p:spPr>
          <a:xfrm>
            <a:off x="4857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54CDCBD-5735-4922-9ED5-5444D7BB9FB8}"/>
              </a:ext>
            </a:extLst>
          </p:cNvPr>
          <p:cNvSpPr>
            <a:spLocks noGrp="1"/>
          </p:cNvSpPr>
          <p:nvPr/>
        </p:nvSpPr>
        <p:spPr>
          <a:xfrm>
            <a:off x="5619750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13EDEB1-3636-4DD9-B4F2-C17DF0A94ED5}"/>
              </a:ext>
            </a:extLst>
          </p:cNvPr>
          <p:cNvSpPr>
            <a:spLocks noGrp="1"/>
          </p:cNvSpPr>
          <p:nvPr/>
        </p:nvSpPr>
        <p:spPr>
          <a:xfrm>
            <a:off x="6334125" y="36290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3CF9763-CAEC-4EF8-86B1-FEAFAB6F025C}"/>
              </a:ext>
            </a:extLst>
          </p:cNvPr>
          <p:cNvSpPr>
            <a:spLocks noGrp="1"/>
          </p:cNvSpPr>
          <p:nvPr/>
        </p:nvSpPr>
        <p:spPr>
          <a:xfrm>
            <a:off x="8296275" y="3657600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F4C12BC5-B3FE-41DC-89B7-00D408263029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Pérdida del historial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43E80C9-D26E-4743-8088-EEF17BFFE93C}"/>
              </a:ext>
            </a:extLst>
          </p:cNvPr>
          <p:cNvSpPr>
            <a:spLocks noGrp="1"/>
          </p:cNvSpPr>
          <p:nvPr/>
        </p:nvSpPr>
        <p:spPr>
          <a:xfrm>
            <a:off x="414337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8D965898-9A3A-4001-BC07-07F4871C09C9}"/>
              </a:ext>
            </a:extLst>
          </p:cNvPr>
          <p:cNvSpPr>
            <a:spLocks noGrp="1"/>
          </p:cNvSpPr>
          <p:nvPr/>
        </p:nvSpPr>
        <p:spPr>
          <a:xfrm>
            <a:off x="4857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9CCD3B0F-5315-4338-9372-C155410C4D78}"/>
              </a:ext>
            </a:extLst>
          </p:cNvPr>
          <p:cNvSpPr>
            <a:spLocks noGrp="1"/>
          </p:cNvSpPr>
          <p:nvPr/>
        </p:nvSpPr>
        <p:spPr>
          <a:xfrm>
            <a:off x="5619750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BFDEE4B-3F6C-4E54-AC95-08C54D11038E}"/>
              </a:ext>
            </a:extLst>
          </p:cNvPr>
          <p:cNvSpPr>
            <a:spLocks noGrp="1"/>
          </p:cNvSpPr>
          <p:nvPr/>
        </p:nvSpPr>
        <p:spPr>
          <a:xfrm>
            <a:off x="6334125" y="39814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DC1E6A9-3C44-4361-BB76-72E9C9EE3CF4}"/>
              </a:ext>
            </a:extLst>
          </p:cNvPr>
          <p:cNvSpPr>
            <a:spLocks noGrp="1"/>
          </p:cNvSpPr>
          <p:nvPr/>
        </p:nvSpPr>
        <p:spPr>
          <a:xfrm>
            <a:off x="8696325" y="4010025"/>
            <a:ext cx="171450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A78A5AC-283E-41F4-8DB0-E08AB8B8187C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Análisis cualitativo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C76C7AD-19C0-4F18-B420-3700AE2AF707}"/>
              </a:ext>
            </a:extLst>
          </p:cNvPr>
          <p:cNvSpPr>
            <a:spLocks noGrp="1"/>
          </p:cNvSpPr>
          <p:nvPr/>
        </p:nvSpPr>
        <p:spPr>
          <a:xfrm>
            <a:off x="414337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16B3B4D-6949-4B20-B23D-BDECC05D1769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A7D02D4C-3366-4BCC-807A-20D0BF878323}"/>
              </a:ext>
            </a:extLst>
          </p:cNvPr>
          <p:cNvSpPr>
            <a:spLocks noGrp="1"/>
          </p:cNvSpPr>
          <p:nvPr/>
        </p:nvSpPr>
        <p:spPr>
          <a:xfrm>
            <a:off x="5619750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E795AF05-1BE8-47FE-A620-016F561EDB41}"/>
              </a:ext>
            </a:extLst>
          </p:cNvPr>
          <p:cNvSpPr>
            <a:spLocks noGrp="1"/>
          </p:cNvSpPr>
          <p:nvPr/>
        </p:nvSpPr>
        <p:spPr>
          <a:xfrm>
            <a:off x="6334125" y="433387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C0719485-1EC2-4113-8CC8-F494C927FFA7}"/>
              </a:ext>
            </a:extLst>
          </p:cNvPr>
          <p:cNvSpPr>
            <a:spLocks noGrp="1"/>
          </p:cNvSpPr>
          <p:nvPr/>
        </p:nvSpPr>
        <p:spPr>
          <a:xfrm>
            <a:off x="8896350" y="4362450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9D9681D1-3D5E-4A50-A721-E3EC440FD076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Estimación de consecuencias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9FB8AC7D-D97C-4FBE-8480-061671D2F4E5}"/>
              </a:ext>
            </a:extLst>
          </p:cNvPr>
          <p:cNvSpPr>
            <a:spLocks noGrp="1"/>
          </p:cNvSpPr>
          <p:nvPr/>
        </p:nvSpPr>
        <p:spPr>
          <a:xfrm>
            <a:off x="414337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9C4BCD9D-467C-4867-977B-DFCC60AB1F47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DDC12F83-D5AA-4479-A019-5D7B1E7E80A0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144C8A73-B4D0-46CB-97DA-350FCA99CFEB}"/>
              </a:ext>
            </a:extLst>
          </p:cNvPr>
          <p:cNvSpPr>
            <a:spLocks noGrp="1"/>
          </p:cNvSpPr>
          <p:nvPr/>
        </p:nvSpPr>
        <p:spPr>
          <a:xfrm>
            <a:off x="6334125" y="468630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0B2C520-DD14-47EC-ADE9-E1BFD93F9F59}"/>
              </a:ext>
            </a:extLst>
          </p:cNvPr>
          <p:cNvSpPr>
            <a:spLocks noGrp="1"/>
          </p:cNvSpPr>
          <p:nvPr/>
        </p:nvSpPr>
        <p:spPr>
          <a:xfrm>
            <a:off x="9296400" y="4714875"/>
            <a:ext cx="571500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5D4D947E-AF91-4114-8032-9DD6E7E6185D}"/>
              </a:ext>
            </a:extLst>
          </p:cNvPr>
          <p:cNvSpPr>
            <a:spLocks noGrp="1"/>
          </p:cNvSpPr>
          <p:nvPr/>
        </p:nvSpPr>
        <p:spPr>
          <a:xfrm>
            <a:off x="666750" y="50387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 respuesta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E9E6AA8F-3EE5-41EB-B95E-799E5BA4C255}"/>
              </a:ext>
            </a:extLst>
          </p:cNvPr>
          <p:cNvSpPr>
            <a:spLocks noGrp="1"/>
          </p:cNvSpPr>
          <p:nvPr/>
        </p:nvSpPr>
        <p:spPr>
          <a:xfrm>
            <a:off x="414337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3DD573A2-0BE2-4501-AB94-7D87B405DB5A}"/>
              </a:ext>
            </a:extLst>
          </p:cNvPr>
          <p:cNvSpPr>
            <a:spLocks noGrp="1"/>
          </p:cNvSpPr>
          <p:nvPr/>
        </p:nvSpPr>
        <p:spPr>
          <a:xfrm>
            <a:off x="4857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18CB4047-50C0-4953-B63F-BC7C5885EAE2}"/>
              </a:ext>
            </a:extLst>
          </p:cNvPr>
          <p:cNvSpPr>
            <a:spLocks noGrp="1"/>
          </p:cNvSpPr>
          <p:nvPr/>
        </p:nvSpPr>
        <p:spPr>
          <a:xfrm>
            <a:off x="5619750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4EEF14A-6FEC-4938-9D8C-B11B9106DA97}"/>
              </a:ext>
            </a:extLst>
          </p:cNvPr>
          <p:cNvSpPr>
            <a:spLocks noGrp="1"/>
          </p:cNvSpPr>
          <p:nvPr/>
        </p:nvSpPr>
        <p:spPr>
          <a:xfrm>
            <a:off x="6334125" y="5038725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FA8057C-E35D-4475-A9B2-F49578AED55A}"/>
              </a:ext>
            </a:extLst>
          </p:cNvPr>
          <p:cNvSpPr>
            <a:spLocks noGrp="1"/>
          </p:cNvSpPr>
          <p:nvPr/>
        </p:nvSpPr>
        <p:spPr>
          <a:xfrm>
            <a:off x="9896475" y="5067300"/>
            <a:ext cx="571500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FF7D7748-C1B5-418B-9BDE-A6321A1AD69B}"/>
              </a:ext>
            </a:extLst>
          </p:cNvPr>
          <p:cNvSpPr>
            <a:spLocks noGrp="1"/>
          </p:cNvSpPr>
          <p:nvPr/>
        </p:nvSpPr>
        <p:spPr>
          <a:xfrm>
            <a:off x="666750" y="53911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Revisión y documentación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482A1D4-8B77-42C4-B1C0-B75D3B33253B}"/>
              </a:ext>
            </a:extLst>
          </p:cNvPr>
          <p:cNvSpPr>
            <a:spLocks noGrp="1"/>
          </p:cNvSpPr>
          <p:nvPr/>
        </p:nvSpPr>
        <p:spPr>
          <a:xfrm>
            <a:off x="414337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7AB9BA23-989D-4236-A648-60300572FE27}"/>
              </a:ext>
            </a:extLst>
          </p:cNvPr>
          <p:cNvSpPr>
            <a:spLocks noGrp="1"/>
          </p:cNvSpPr>
          <p:nvPr/>
        </p:nvSpPr>
        <p:spPr>
          <a:xfrm>
            <a:off x="4857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1C386665-DB11-4A41-B954-1D674351237C}"/>
              </a:ext>
            </a:extLst>
          </p:cNvPr>
          <p:cNvSpPr>
            <a:spLocks noGrp="1"/>
          </p:cNvSpPr>
          <p:nvPr/>
        </p:nvSpPr>
        <p:spPr>
          <a:xfrm>
            <a:off x="5619750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DA1E8145-81FC-41C9-9C3C-7906464AE0E2}"/>
              </a:ext>
            </a:extLst>
          </p:cNvPr>
          <p:cNvSpPr>
            <a:spLocks noGrp="1"/>
          </p:cNvSpPr>
          <p:nvPr/>
        </p:nvSpPr>
        <p:spPr>
          <a:xfrm>
            <a:off x="6334125" y="5391150"/>
            <a:ext cx="71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51400B6C-3FF3-486D-A21F-E7823101742E}"/>
              </a:ext>
            </a:extLst>
          </p:cNvPr>
          <p:cNvSpPr>
            <a:spLocks noGrp="1"/>
          </p:cNvSpPr>
          <p:nvPr/>
        </p:nvSpPr>
        <p:spPr>
          <a:xfrm>
            <a:off x="10496550" y="5419725"/>
            <a:ext cx="371475" cy="209550"/>
          </a:xfrm>
          <a:prstGeom prst="rect">
            <a:avLst/>
          </a:prstGeom>
          <a:solidFill>
            <a:srgbClr val="A58966"/>
          </a:solidFill>
          <a:ln w="0">
            <a:noFill/>
          </a:ln>
        </p:spPr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7547B73D-E747-4FE9-AB10-3B7F10D7E271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del ejercicio: 19 días laborables. Las tareas se vinculan en secuencia.</a:t>
            </a:r>
          </a:p>
        </p:txBody>
      </p:sp>
    </p:spTree>
    <p:extLst>
      <p:ext uri="{BB962C8B-B14F-4D97-AF65-F5344CB8AC3E}">
        <p14:creationId xmlns:p14="http://schemas.microsoft.com/office/powerpoint/2010/main" val="35864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2B6009F-1462-47A3-A423-F4005EE2B6D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Cuadro comparativo de resultados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D437DA-9416-422B-ACCB-9622E0D3FA7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Duración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Trabajo que concentra el plan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disponibilidad, coincidencias de horarios y permisos.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citas, modificaciones, cancelaciones y conexión.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19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cantidades, responsables, devoluciones e historial.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6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46B5639-8B73-465C-80BB-9893AFFD248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2D394F-3F7B-492F-A9BC-BEF7FC97A04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EDE590-7FAC-4B02-96F4-B51816DFAEC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 tres cronogramas ordenan las actividades de gestión de riesgos y permiten calcular el tiempo de revisión. ReservaLab requiere 18 días, TurnoCampus 20 y MaterialControl 19. La distribución muestra que no todos los proyectos necesitan el mismo tiempo, aunque compartan las etapas de identificación, análisis y respuesta.</a:t>
            </a:r>
          </a:p>
        </p:txBody>
      </p:sp>
    </p:spTree>
    <p:extLst>
      <p:ext uri="{BB962C8B-B14F-4D97-AF65-F5344CB8AC3E}">
        <p14:creationId xmlns:p14="http://schemas.microsoft.com/office/powerpoint/2010/main" val="238407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DocSecurity>0</DocSecurity>
  <PresentationFormat>Panorámica</PresentationFormat>
  <Paragraphs>257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2026-10-04T03:46:59Z</dcterms:created>
  <dcterms:modified xsi:type="dcterms:W3CDTF">2026-10-04T09:52:14Z</dcterms:modified>
</cp:coreProperties>
</file>