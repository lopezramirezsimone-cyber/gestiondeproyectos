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DB3ECC7E-E12D-4B21-8156-BC5C446D1519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F8861C5-D13E-4E47-9330-32267DE9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34AAB94-8CB1-4581-8F88-A8FE4F0E3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727C9FF1-CAE5-4F6E-A4A7-446A00AA7046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14625F77-34DF-4527-AFF5-6E98460F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B65BBDD-7268-4669-91B9-6EAAB121270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7B8FF09-F718-44F8-B7E1-739BFE8F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017F5F9-CD54-4065-8072-F797A6F60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38BBCE2B-ABD1-4613-A1CC-37C8D7432C0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9F7DBEF-BD60-4709-8ADF-5945C323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8DAFD82-AE0B-45ED-B733-59EB610E6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F918E2E6-ED61-4431-8313-38511029BB9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B2AA0B5-8ED2-48EC-8A1E-E9974136275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58C02FB-105F-43A1-80CB-C0CD2E63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22CDC14-660B-48BD-82D5-0C600785F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5070A88-2C4F-41CD-A4CA-813FB1D566FA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CEACBA-4E4B-4819-862A-DAB002C6CDA1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EC7412-C47B-41B4-9196-8D6912DD9EC8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2C9946-767B-4D80-9ABF-60EBC731B880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14797C-F83E-4084-8409-F13C2869C73B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089D24-2280-4872-A613-961801DFA5AE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A581D84-B4CF-41F9-955D-0E29EFC57111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B48040-48FC-430B-B562-5CF3EB0AF639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ACC336B-6AA8-4280-8145-15B5945F656B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5.2 · Reporte de práctica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466990E-968F-40DF-9363-88CF6C4FF744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26 de septiembre de 2026.</a:t>
            </a:r>
          </a:p>
        </p:txBody>
      </p:sp>
    </p:spTree>
    <p:extLst>
      <p:ext uri="{BB962C8B-B14F-4D97-AF65-F5344CB8AC3E}">
        <p14:creationId xmlns:p14="http://schemas.microsoft.com/office/powerpoint/2010/main" val="80477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C522985-D6C7-4DF1-AE14-A907F378DFC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322C86-920E-4C86-9FF3-1024B2CD0B6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6BE811-493D-457D-94AC-98A0AA50AA45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actividad compara formas de organizar el trabajo y revisar cambios en tres proyectos escolares. Trello se utiliza como referencia para distribuir tareas en listas; Jira, para relacionar solicitudes con actividades de software; y ProjectLibre, para estimar la duración y las dependencias. Los casos se enfocan en reservas recurrentes, recordatorios de citas y avisos de existencias bajas.</a:t>
            </a:r>
          </a:p>
        </p:txBody>
      </p:sp>
    </p:spTree>
    <p:extLst>
      <p:ext uri="{BB962C8B-B14F-4D97-AF65-F5344CB8AC3E}">
        <p14:creationId xmlns:p14="http://schemas.microsoft.com/office/powerpoint/2010/main" val="114497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D699929-DD42-436C-AB30-5BC74278346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9A5177-946A-4D13-AB94-25AC2CBEC7D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01FB67-8D97-472E-ABAB-03EB637B5169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nueva función modifica las actividades que ya estaban planeadas. Antes de incorporarla conviene revisar su utilidad, el tiempo que necesita y las condiciones que debe cumplir. Organizar esa información permite decidir el alcance del cambio y mantener un registro de lo que se solicita y se aprueba.</a:t>
            </a:r>
          </a:p>
        </p:txBody>
      </p:sp>
    </p:spTree>
    <p:extLst>
      <p:ext uri="{BB962C8B-B14F-4D97-AF65-F5344CB8AC3E}">
        <p14:creationId xmlns:p14="http://schemas.microsoft.com/office/powerpoint/2010/main" val="17215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24AAF71-C5FA-448F-9E42-1952A8B6D27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1: organización del trabajo en Trello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4A31866-6D65-43B2-A3EB-DB6B8816A6C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809750"/>
          <a:ext cx="10858500" cy="31432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E5E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hacer</a:t>
                      </a:r>
                    </a:p>
                  </a:txBody>
                  <a:tcPr>
                    <a:solidFill>
                      <a:srgbClr val="E5E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 curso</a:t>
                      </a:r>
                    </a:p>
                  </a:txBody>
                  <a:tcPr>
                    <a:solidFill>
                      <a:srgbClr val="E5E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 revisar</a:t>
                      </a:r>
                    </a:p>
                  </a:txBody>
                  <a:tcPr>
                    <a:solidFill>
                      <a:srgbClr val="E5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repetición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Validar fechas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coincidencias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aviso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Consultar citas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cancelaciones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mínimo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Comparar existencias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movimientos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423B0A2D-87B0-4238-B828-DC044B65E52A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tarjeta lleva una actividad, responsable, fecha y una lista de revisión. Se mueve de lista cuando cambia su estado.</a:t>
            </a:r>
          </a:p>
        </p:txBody>
      </p:sp>
    </p:spTree>
    <p:extLst>
      <p:ext uri="{BB962C8B-B14F-4D97-AF65-F5344CB8AC3E}">
        <p14:creationId xmlns:p14="http://schemas.microsoft.com/office/powerpoint/2010/main" val="6353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94E600C2-9D28-453F-83E1-88FD0CCE3FF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2: registro y seguimiento en Jira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12695B-D08A-4075-96EC-D3AFCF856A3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8A9EA0-45C2-40A3-822C-6B290EFD3077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32E49C-C996-499B-B87B-39F129D2476D}"/>
              </a:ext>
            </a:extLst>
          </p:cNvPr>
          <p:cNvSpPr>
            <a:spLocks noGrp="1"/>
          </p:cNvSpPr>
          <p:nvPr/>
        </p:nvSpPr>
        <p:spPr>
          <a:xfrm>
            <a:off x="1619250" y="20002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Crear una actividad para el cambio y explicar qué necesita el usuario.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8082F6-E503-442D-81DD-754A86F1A60D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D54A5E-5C1E-4AFD-8B65-22AEF3D31110}"/>
              </a:ext>
            </a:extLst>
          </p:cNvPr>
          <p:cNvSpPr>
            <a:spLocks noGrp="1"/>
          </p:cNvSpPr>
          <p:nvPr/>
        </p:nvSpPr>
        <p:spPr>
          <a:xfrm>
            <a:off x="1619250" y="29527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Dividir el trabajo en subtareas: validación, implementación y revisión.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393A7D-515C-4D93-B81F-C91D92E27364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30E111-4E28-4DB5-B589-9CE8412350A7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Definir un criterio de aceptación que pueda comprobarse.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BB9A35-880A-457F-AC6E-1F7BD60A99E4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42749AC-70AF-4F46-84AE-8394E0C1AE74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Asignar fechas y revisar el estado de la actividad en el cronograma.</a:t>
            </a:r>
          </a:p>
        </p:txBody>
      </p:sp>
    </p:spTree>
    <p:extLst>
      <p:ext uri="{BB962C8B-B14F-4D97-AF65-F5344CB8AC3E}">
        <p14:creationId xmlns:p14="http://schemas.microsoft.com/office/powerpoint/2010/main" val="121224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79F6063-0FDF-46F5-BE87-E23DC712EE3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3: actualización del plan en ProjectLibre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0F1EE1-77CB-4D1A-9893-610ABE00A21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C46B2D5-1D58-4517-96B3-2DF68542A571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2E9327-9721-4BE5-AA88-EFF8050BF49C}"/>
              </a:ext>
            </a:extLst>
          </p:cNvPr>
          <p:cNvSpPr>
            <a:spLocks noGrp="1"/>
          </p:cNvSpPr>
          <p:nvPr/>
        </p:nvSpPr>
        <p:spPr>
          <a:xfrm>
            <a:off x="1619250" y="20002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Añadir las tareas necesarias para incorporar el cambio.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BCDB16-F223-474A-B4FE-ECF957C38463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146182-7D4D-4CAA-92B9-BA7CEB1E84B2}"/>
              </a:ext>
            </a:extLst>
          </p:cNvPr>
          <p:cNvSpPr>
            <a:spLocks noGrp="1"/>
          </p:cNvSpPr>
          <p:nvPr/>
        </p:nvSpPr>
        <p:spPr>
          <a:xfrm>
            <a:off x="1619250" y="29527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Estimar la duración de cada tarea en días laborables.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B1E574-BDE7-4B70-99E2-EE5871A62BE7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FC0FE-1F83-442F-BB0C-C8B49CE38489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Vincular las actividades según el orden en que deben realizarse.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5B7AA9-BCD0-4326-9F30-F249FEFED728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619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89EBB3-3606-445E-A6D1-12F6D27D6B74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Comparar el plan actualizado con la fecha de entrega prevista.</a:t>
            </a:r>
          </a:p>
        </p:txBody>
      </p:sp>
    </p:spTree>
    <p:extLst>
      <p:ext uri="{BB962C8B-B14F-4D97-AF65-F5344CB8AC3E}">
        <p14:creationId xmlns:p14="http://schemas.microsoft.com/office/powerpoint/2010/main" val="184356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151BF4A-572F-421F-84C5-BF08E4FCD04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4: registro de las solicitudes de cambio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6EA0FF-4046-410B-AC6D-C82568B92F9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Solicitud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Motivo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Decisión propuesta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ReservaLab: Permitir reservas semanales recurrentes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Evita capturar por separado una reserva que se repite.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con validación de todas las fechas.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TurnoCampus: Mostrar un recordatorio de la cita al iniciar sesión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Ayuda al estudiante a recordar su horario de atención.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el aviso dentro del sistema.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MaterialControl: Avisar cuando quedan pocas unidades de un material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Permite revisar materiales que podrían agotarse.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el aviso con un mínimo configurable.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10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D32AF938-045B-4C41-9C31-81DEC9913DA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Impacto en el tiempo: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54DB1FE-520A-4DEA-9E9F-BFF372CB61A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AA7D64-3BCC-4DF5-B6D8-F1829D59A74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Permitir reservas semanales recurrentes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BA9647-A78C-4468-91C7-50E682236582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8B3CDF-880D-45A2-949F-5EA4CA66B7FB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776A8F-BD87-40FF-8AAB-59180CB0E90A}"/>
              </a:ext>
            </a:extLst>
          </p:cNvPr>
          <p:cNvSpPr>
            <a:spLocks noGrp="1"/>
          </p:cNvSpPr>
          <p:nvPr/>
        </p:nvSpPr>
        <p:spPr>
          <a:xfrm>
            <a:off x="72771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3983A9-B2FD-45D9-BD77-E9C08CAF4A06}"/>
              </a:ext>
            </a:extLst>
          </p:cNvPr>
          <p:cNvSpPr>
            <a:spLocks noGrp="1"/>
          </p:cNvSpPr>
          <p:nvPr/>
        </p:nvSpPr>
        <p:spPr>
          <a:xfrm>
            <a:off x="78867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EAC6D2-ACA7-49BD-8F75-2BC76BDABAF3}"/>
              </a:ext>
            </a:extLst>
          </p:cNvPr>
          <p:cNvSpPr>
            <a:spLocks noGrp="1"/>
          </p:cNvSpPr>
          <p:nvPr/>
        </p:nvSpPr>
        <p:spPr>
          <a:xfrm>
            <a:off x="84963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781F5B3-B76F-418A-A18C-2D5D6E317FCC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37959D-6CC9-42F9-94D1-BA6402B4DA5E}"/>
              </a:ext>
            </a:extLst>
          </p:cNvPr>
          <p:cNvSpPr>
            <a:spLocks noGrp="1"/>
          </p:cNvSpPr>
          <p:nvPr/>
        </p:nvSpPr>
        <p:spPr>
          <a:xfrm>
            <a:off x="97155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46AB4F8-E960-4458-8F0E-9C7C20E35138}"/>
              </a:ext>
            </a:extLst>
          </p:cNvPr>
          <p:cNvSpPr>
            <a:spLocks noGrp="1"/>
          </p:cNvSpPr>
          <p:nvPr/>
        </p:nvSpPr>
        <p:spPr>
          <a:xfrm>
            <a:off x="10325100" y="23812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ED07428-98B3-4423-9C80-B42518942F43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Definir días y horario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3A4CCC-7D32-4982-8AC3-FAC642F28584}"/>
              </a:ext>
            </a:extLst>
          </p:cNvPr>
          <p:cNvSpPr>
            <a:spLocks noGrp="1"/>
          </p:cNvSpPr>
          <p:nvPr/>
        </p:nvSpPr>
        <p:spPr>
          <a:xfrm>
            <a:off x="6667500" y="3209925"/>
            <a:ext cx="533400" cy="285750"/>
          </a:xfrm>
          <a:prstGeom prst="rect">
            <a:avLst/>
          </a:prstGeom>
          <a:solidFill>
            <a:srgbClr val="94A8BD"/>
          </a:solidFill>
          <a:ln w="0">
            <a:noFill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C5F7946-4858-498F-8780-B0CCAE591D89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Validar cada repetición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19592C-D813-4600-B771-0F727E824EA9}"/>
              </a:ext>
            </a:extLst>
          </p:cNvPr>
          <p:cNvSpPr>
            <a:spLocks noGrp="1"/>
          </p:cNvSpPr>
          <p:nvPr/>
        </p:nvSpPr>
        <p:spPr>
          <a:xfrm>
            <a:off x="7277100" y="3819525"/>
            <a:ext cx="1143000" cy="285750"/>
          </a:xfrm>
          <a:prstGeom prst="rect">
            <a:avLst/>
          </a:prstGeom>
          <a:solidFill>
            <a:srgbClr val="94A8BD"/>
          </a:solidFill>
          <a:ln w="0">
            <a:noFill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2A14668-D198-4A7E-82D5-3BC4FC843D0D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Registrar las reservas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31E09F-510F-452E-936A-7FB3154257A1}"/>
              </a:ext>
            </a:extLst>
          </p:cNvPr>
          <p:cNvSpPr>
            <a:spLocks noGrp="1"/>
          </p:cNvSpPr>
          <p:nvPr/>
        </p:nvSpPr>
        <p:spPr>
          <a:xfrm>
            <a:off x="8496300" y="4429125"/>
            <a:ext cx="1143000" cy="285750"/>
          </a:xfrm>
          <a:prstGeom prst="rect">
            <a:avLst/>
          </a:prstGeom>
          <a:solidFill>
            <a:srgbClr val="94A8BD"/>
          </a:solidFill>
          <a:ln w="0">
            <a:noFill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6387C6-FE52-472D-AFE0-35D6E4B872AA}"/>
              </a:ext>
            </a:extLst>
          </p:cNvPr>
          <p:cNvSpPr>
            <a:spLocks noGrp="1"/>
          </p:cNvSpPr>
          <p:nvPr/>
        </p:nvSpPr>
        <p:spPr>
          <a:xfrm>
            <a:off x="666750" y="4972050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Revisar coincidencias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BFD0DB-E82D-402F-96EF-7612289AA86D}"/>
              </a:ext>
            </a:extLst>
          </p:cNvPr>
          <p:cNvSpPr>
            <a:spLocks noGrp="1"/>
          </p:cNvSpPr>
          <p:nvPr/>
        </p:nvSpPr>
        <p:spPr>
          <a:xfrm>
            <a:off x="9715500" y="5038725"/>
            <a:ext cx="1143000" cy="285750"/>
          </a:xfrm>
          <a:prstGeom prst="rect">
            <a:avLst/>
          </a:prstGeom>
          <a:solidFill>
            <a:srgbClr val="94A8BD"/>
          </a:solidFill>
          <a:ln w="0">
            <a:noFill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B42A312-13AA-4085-AB23-15475F38C055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Trabajo adicional estimado: 7 días laborables, con actividades consecutivas.</a:t>
            </a:r>
          </a:p>
        </p:txBody>
      </p:sp>
    </p:spTree>
    <p:extLst>
      <p:ext uri="{BB962C8B-B14F-4D97-AF65-F5344CB8AC3E}">
        <p14:creationId xmlns:p14="http://schemas.microsoft.com/office/powerpoint/2010/main" val="48893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EA00EBA-22F1-4114-A0CA-F19590BF7D1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antes de aceptar el cambio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4D72AC-3689-4A93-88B9-01043E06BEF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Condición de aceptación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Tiempo adicional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 una fecha está ocupada, el sistema informa el conflicto antes de confirmar.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Una cita cancelada deja de aparecer en el recordatorio.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 aviso se actualiza después de registrar una entrada o salida.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40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58A5FCD-7E02-412E-888B-2A8FF686789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 del análisis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8A4FAC-6FA4-4AA8-8CDB-ADECDE0892B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3FA42C-B7C3-4891-ABD4-16FCF8A35BDE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 tres cambios se pueden organizar como actividades con responsables y criterios de revisión. ReservaLab requiere comprobar todas las fechas de una reserva recurrente; TurnoCampus debe retirar el aviso cuando la cita se cancela; y MaterialControl necesita actualizar el aviso después de cada movimiento. Las estimaciones son de 7, 5 y 6 días de trabajo adicional.</a:t>
            </a:r>
          </a:p>
        </p:txBody>
      </p:sp>
    </p:spTree>
    <p:extLst>
      <p:ext uri="{BB962C8B-B14F-4D97-AF65-F5344CB8AC3E}">
        <p14:creationId xmlns:p14="http://schemas.microsoft.com/office/powerpoint/2010/main" val="537888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369A587-55D4-4E10-920C-8BB52725E8F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4421FF-C092-4C12-878A-437067A49B3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1CE209-4502-4832-BED5-D75256415651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control de cambios ayuda a revisar una solicitud antes de sumarla al proyecto. El tablero muestra el estado de las tareas, el registro de Jira aclara qué debe cumplir la función y el cronograma permite calcular su efecto en el tiempo. En los tres casos, la decisión se relaciona con una necesidad del usuario y con una condición concreta de revisión.</a:t>
            </a:r>
          </a:p>
        </p:txBody>
      </p:sp>
    </p:spTree>
    <p:extLst>
      <p:ext uri="{BB962C8B-B14F-4D97-AF65-F5344CB8AC3E}">
        <p14:creationId xmlns:p14="http://schemas.microsoft.com/office/powerpoint/2010/main" val="19529030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Office PowerPoint</Application>
  <DocSecurity>0</DocSecurity>
  <PresentationFormat>Panorámica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2026-10-04T03:55:48Z</dcterms:created>
  <dcterms:modified xsi:type="dcterms:W3CDTF">2026-10-04T09:59:21Z</dcterms:modified>
</cp:coreProperties>
</file>