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F6B1391-07DE-47F1-9A7C-507445A91B9F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6D70FF1-2CCA-4080-8FD4-7DCDF90A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0AAE9FE-D12F-4DDF-BA83-C7F6F4D2F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9ACB55D7-CF12-4213-9A56-11E74C6F3929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F8230C82-23EE-47F5-81E7-9F4191EF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CFBBFE9-70B3-4581-B844-ECFB10DC9C2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E6E8C42-1FC1-4A7C-AAEA-3DAD6E66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3BD1AE-CA05-4416-9F5E-259343D2E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DDA73FCB-6322-4101-8F78-FE2A7DD65FA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0FD4162-BA98-45C0-B3D4-4B6D00B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C7B194C-5816-4172-9201-3465865C8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EEB2E27-7554-4F8F-809A-85563C94F2F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49FBF5C-B127-432C-A7BB-6AE6E7A2264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CFEFC06-6912-49F0-AC33-DD172A3F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33AA3FD-0B13-468B-A841-7C172E12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E852E48-B00C-4F24-A03E-75177AFF4DA6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5BB32A-BB0C-4DBC-AB81-F38A1B12A0D6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70ECE6-21AA-48E3-8D55-179C1D41D15C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BBC5DC-471C-4412-94F3-BBFA221F96E3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8E2CB6-7247-4634-AFF7-1218F2CEF458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B239B6-1FED-4672-810B-BF6A69603A47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B10AC5-346F-498E-8E31-3DED855A6F6F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A9AE62-689F-4775-9799-0C4E0FB21464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64DE64-FC00-4ACC-9673-48A590795FD0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trabajo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2.2 ·</a:t>
            </a: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Reporte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práctica</a:t>
            </a:r>
            <a:endParaRPr sz="1725" b="0" dirty="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C53B55-FA1C-4260-A240-D86B21B937C5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14 de agosto de 2026.</a:t>
            </a:r>
          </a:p>
        </p:txBody>
      </p:sp>
    </p:spTree>
    <p:extLst>
      <p:ext uri="{BB962C8B-B14F-4D97-AF65-F5344CB8AC3E}">
        <p14:creationId xmlns:p14="http://schemas.microsoft.com/office/powerpoint/2010/main" val="3790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4C6807A-5B09-412D-9FEB-C338F4F061D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DA3F58-A583-411B-86D0-11EAE4734DF1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CBE7B6-29C7-441D-B71D-6655308A0E34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gestión de proyectos ayuda a organizar el trabajo antes de desarrollar un sistema. Esta práctica presenta tres formas de planear las propuestas escolares: una planificación por etapas para MaterialControl, entregas mediante Scrum para ReservaLab y seguimiento con Kanban para TurnoCampus. Los esquemas permiten relacionar las actividades con los objetivos de cada proyecto.</a:t>
            </a:r>
          </a:p>
        </p:txBody>
      </p:sp>
    </p:spTree>
    <p:extLst>
      <p:ext uri="{BB962C8B-B14F-4D97-AF65-F5344CB8AC3E}">
        <p14:creationId xmlns:p14="http://schemas.microsoft.com/office/powerpoint/2010/main" val="195468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62D59C-D87E-441D-BE5D-522F10DBB69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98CBF6-18D2-4E92-8608-A4413259919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1BF03FF-FD8C-4E72-AA96-8331033EAAE6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Elegir una forma de trabajo permite ordenar las prioridades, reconocer dependencias y revisar el avance. Los tres proyectos tienen necesidades distintas: controlar materiales, reservar laboratorios y organizar citas. Comparar sus planes ayuda a decidir qué debe realizarse primero y cómo revisar cada resultado.</a:t>
            </a:r>
          </a:p>
        </p:txBody>
      </p:sp>
    </p:spTree>
    <p:extLst>
      <p:ext uri="{BB962C8B-B14F-4D97-AF65-F5344CB8AC3E}">
        <p14:creationId xmlns:p14="http://schemas.microsoft.com/office/powerpoint/2010/main" val="88577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AEA2BA-4B0F-43D0-896A-AC7B1419836B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1: selección del enfoque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B869F1-830F-490F-9DBA-1651AD7EAA0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FE7247-F1C8-4580-9499-2B505DD59BF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 y PMBOK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BEFCFE-9B4D-4104-AFA0-2E261BEEA51A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plan parte del alcance, los recursos y los riesgos.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Se organizan etapas y entregables para revisar el catálogo y los movimientos.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E78A4F-FABD-4BD8-98DD-C46AEEF75AC5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 y TurnoCampus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A9D34C-6842-438C-BC8F-E34ABBF61CC1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Scrum para revisar incrementos funcionales.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Kanban para visualizar el estado de las tareas.</a:t>
            </a:r>
          </a:p>
        </p:txBody>
      </p:sp>
    </p:spTree>
    <p:extLst>
      <p:ext uri="{BB962C8B-B14F-4D97-AF65-F5344CB8AC3E}">
        <p14:creationId xmlns:p14="http://schemas.microsoft.com/office/powerpoint/2010/main" val="11251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2A55381-028D-4A78-988F-29F30490833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2: planificación de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7CE7A2-ABB9-47F1-A011-591AD54E9D72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4E8491-D22F-4199-9A4F-570A52064EE6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y dependencias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287E5A-19D0-4F0E-8686-0F07EFC017AE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Primero se definen los requisitos. Después se prepara el catálogo y se organizan los préstamos.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revisión necesita contar con ambas funciones.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C05039-E9F5-4C3F-B7FF-63BE745CDE64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 del proyecto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D6D124-B1D0-433C-A275-0ED23E85A200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Alcance: materiales y movimientos internos.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Riesgo: cantidades incorrectas.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Criterio: cada préstamo modifica la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41311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DC5470B-C0A5-420D-85C3-41F38144B39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Cronograma propuesto de seis semanas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3AF158-9434-4DBB-8CF6-677EFB85F23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9BF2E5-4D12-4E6D-B228-7FF10B3A6779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22BC5C-F027-40ED-8B30-8A2D9C2BB57F}"/>
              </a:ext>
            </a:extLst>
          </p:cNvPr>
          <p:cNvSpPr>
            <a:spLocks noGrp="1"/>
          </p:cNvSpPr>
          <p:nvPr/>
        </p:nvSpPr>
        <p:spPr>
          <a:xfrm>
            <a:off x="533400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DED06B-C88B-4397-93E9-EEC8C8C24406}"/>
              </a:ext>
            </a:extLst>
          </p:cNvPr>
          <p:cNvSpPr>
            <a:spLocks noGrp="1"/>
          </p:cNvSpPr>
          <p:nvPr/>
        </p:nvSpPr>
        <p:spPr>
          <a:xfrm>
            <a:off x="623887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AC5B12-67D3-4A83-8717-518DDC2879AF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F9F104-F424-42CF-BC7C-11D77A5FD6BD}"/>
              </a:ext>
            </a:extLst>
          </p:cNvPr>
          <p:cNvSpPr>
            <a:spLocks noGrp="1"/>
          </p:cNvSpPr>
          <p:nvPr/>
        </p:nvSpPr>
        <p:spPr>
          <a:xfrm>
            <a:off x="804862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C98FBF-815E-41A9-9187-2C18AA3CED5A}"/>
              </a:ext>
            </a:extLst>
          </p:cNvPr>
          <p:cNvSpPr>
            <a:spLocks noGrp="1"/>
          </p:cNvSpPr>
          <p:nvPr/>
        </p:nvSpPr>
        <p:spPr>
          <a:xfrm>
            <a:off x="895350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390D47C-790B-4B33-A185-A5DDD02FA280}"/>
              </a:ext>
            </a:extLst>
          </p:cNvPr>
          <p:cNvSpPr>
            <a:spLocks noGrp="1"/>
          </p:cNvSpPr>
          <p:nvPr/>
        </p:nvSpPr>
        <p:spPr>
          <a:xfrm>
            <a:off x="985837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5E5FF55-1691-4781-BA14-BC5617ADD78B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Requisitos y alcance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1C3C64-4FE7-4BCB-A0EF-F161D2BFB736}"/>
              </a:ext>
            </a:extLst>
          </p:cNvPr>
          <p:cNvSpPr>
            <a:spLocks noGrp="1"/>
          </p:cNvSpPr>
          <p:nvPr/>
        </p:nvSpPr>
        <p:spPr>
          <a:xfrm>
            <a:off x="5334000" y="26098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9A0809E-A2B9-49AB-AA38-DBFB1B3B6F9E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Catálogo de materiales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AB10A3-1CD8-4BD7-BB54-53A293448592}"/>
              </a:ext>
            </a:extLst>
          </p:cNvPr>
          <p:cNvSpPr>
            <a:spLocks noGrp="1"/>
          </p:cNvSpPr>
          <p:nvPr/>
        </p:nvSpPr>
        <p:spPr>
          <a:xfrm>
            <a:off x="6238875" y="32194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9286009-8E06-461F-8F59-ED51B9A57A40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Movimientos y préstamos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0847974-5A99-47DE-A3BB-54AF1DFA227D}"/>
              </a:ext>
            </a:extLst>
          </p:cNvPr>
          <p:cNvSpPr>
            <a:spLocks noGrp="1"/>
          </p:cNvSpPr>
          <p:nvPr/>
        </p:nvSpPr>
        <p:spPr>
          <a:xfrm>
            <a:off x="7143750" y="3829050"/>
            <a:ext cx="1695450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2724D4-B6DA-423B-8CB9-8236E03D56C5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Revisión y ajustes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653590-5423-479E-8E6E-3CC6428E9526}"/>
              </a:ext>
            </a:extLst>
          </p:cNvPr>
          <p:cNvSpPr>
            <a:spLocks noGrp="1"/>
          </p:cNvSpPr>
          <p:nvPr/>
        </p:nvSpPr>
        <p:spPr>
          <a:xfrm>
            <a:off x="8953500" y="44386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C195F47-F30F-4D09-B0A7-7C033C972C42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Documentación y entrega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BB22838-A6CC-4BC0-8CE3-1EE12182E566}"/>
              </a:ext>
            </a:extLst>
          </p:cNvPr>
          <p:cNvSpPr>
            <a:spLocks noGrp="1"/>
          </p:cNvSpPr>
          <p:nvPr/>
        </p:nvSpPr>
        <p:spPr>
          <a:xfrm>
            <a:off x="9858375" y="50482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76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72BBCD-CB66-45C3-82EA-78C02290ECE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3: organización de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EB6A27-68BA-46F1-8AAD-AC824BAE24F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3034185-04D5-43FE-A7F2-25CFC08BC2E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Trabajo por incrementos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1C13B0-5D84-465A-8C74-6F17584E5C9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backlog reúne las funciones del sistema.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Cada Sprint tiene un objetivo y un conjunto de actividades prioritarias.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1107AC-A7AB-4954-A14B-227EB0D7253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de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356474-BA63-498B-82C6-0620A5F7DFEE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Al terminar el Sprint se revisa el incremento.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Una reserva aceptada debe respetar la disponibilidad del laboratorio.</a:t>
            </a:r>
          </a:p>
        </p:txBody>
      </p:sp>
    </p:spTree>
    <p:extLst>
      <p:ext uri="{BB962C8B-B14F-4D97-AF65-F5344CB8AC3E}">
        <p14:creationId xmlns:p14="http://schemas.microsoft.com/office/powerpoint/2010/main" val="90019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65C8360-074C-4A79-8E8E-8345B919B66B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Distribución propuesta de los Sprints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E5549D-E3F0-4527-9E37-210FC4F6D52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FE5BEF-5EF7-4F66-BB78-645EF832161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622237-8F5C-4A10-8FC6-453F618BB87B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Consultar laboratorios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Ver disponibilidad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solicitudes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8D5095-7930-4BE0-A6F9-0F47C31B00A3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916012-5D70-4D3F-B517-AD0CC2F4FBC6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Aprobar o rechazar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Evitar cruces de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Consultar historial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44FE727-2FAE-491B-9001-6D8FCE9AED06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080C0B-C3BD-48ED-BC44-BD4A0BADE32B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permisos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reservas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Ajustar la interfaz</a:t>
            </a:r>
          </a:p>
        </p:txBody>
      </p:sp>
    </p:spTree>
    <p:extLst>
      <p:ext uri="{BB962C8B-B14F-4D97-AF65-F5344CB8AC3E}">
        <p14:creationId xmlns:p14="http://schemas.microsoft.com/office/powerpoint/2010/main" val="162890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08AC037-CBB8-4550-9572-A7C9883DD6D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4: seguimiento de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84FBFF-3A0F-4150-BF3F-6A8A4FCE9EE6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1698C1B-99FE-4BAB-B09A-FB89F43EA47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Flujo de tareas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CB3955-DED4-4052-8783-0C029403D019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Las actividades pasan por pendiente, en curso, en revisión y finalizado.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tablero permite reconocer dónde se acumula trabajo.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6C6C64-DF1A-4305-A429-CF1591458B3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Reglas del tablero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58063E-33F2-4E76-8425-27F668CEDB16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Máximo dos tareas en curso.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los horarios antes de finalizar una función.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los bloqueos en la tarea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97685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34CD5E7-B434-4C85-9989-3FAD2945AE4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Ejemplo de tablero de seguimiento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B461BB-7E98-41F8-A483-E87AC4BF305B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53A929-CE06-4A1B-93AB-54363ED565B2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34AA84-A179-4790-968C-F4D4E96E72D1}"/>
              </a:ext>
            </a:extLst>
          </p:cNvPr>
          <p:cNvSpPr>
            <a:spLocks noGrp="1"/>
          </p:cNvSpPr>
          <p:nvPr/>
        </p:nvSpPr>
        <p:spPr>
          <a:xfrm>
            <a:off x="619125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Historial de citas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Filtro por servicio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6DC931-C934-47CB-9B1A-A13DCD868A6A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FD1EFD-7B6A-4FEB-94BD-15F3689B88FA}"/>
              </a:ext>
            </a:extLst>
          </p:cNvPr>
          <p:cNvSpPr>
            <a:spLocks noGrp="1"/>
          </p:cNvSpPr>
          <p:nvPr/>
        </p:nvSpPr>
        <p:spPr>
          <a:xfrm>
            <a:off x="3524250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Agendar una cita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Límite: 2 tareas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1DE754-8EC5-42C0-9996-B5AE9995AAA6}"/>
              </a:ext>
            </a:extLst>
          </p:cNvPr>
          <p:cNvSpPr>
            <a:spLocks noGrp="1"/>
          </p:cNvSpPr>
          <p:nvPr/>
        </p:nvSpPr>
        <p:spPr>
          <a:xfrm>
            <a:off x="6429375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 revisión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04F3B1-FCB1-4F55-84ED-5972139C5E88}"/>
              </a:ext>
            </a:extLst>
          </p:cNvPr>
          <p:cNvSpPr>
            <a:spLocks noGrp="1"/>
          </p:cNvSpPr>
          <p:nvPr/>
        </p:nvSpPr>
        <p:spPr>
          <a:xfrm>
            <a:off x="6429375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horarios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Límite: 2 tareas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209C8F-C951-460F-A021-F95B070B1548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4F9024-0473-4C4F-9C6C-F2EA034E2735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Catálogo de servicios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Criterio: revisado</a:t>
            </a:r>
          </a:p>
        </p:txBody>
      </p:sp>
    </p:spTree>
    <p:extLst>
      <p:ext uri="{BB962C8B-B14F-4D97-AF65-F5344CB8AC3E}">
        <p14:creationId xmlns:p14="http://schemas.microsoft.com/office/powerpoint/2010/main" val="70270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C7D8A17-4BE3-41A5-A891-ACBD105454F1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7FA4DC-2EB3-49ED-BB1B-EC46FBF6667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3C74CCC-F250-46C6-A60C-0C4CD323160B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práctica permite comprender que cada proyecto necesita una organización acorde con sus funciones. MaterialControl requiere un plan de etapas y dependencias; ReservaLab se divide en incrementos que pueden revisarse; y TurnoCampus utiliza un flujo visual de tareas. Estas representaciones ayudan a establecer prioridades y criterios de revisión antes del desarrollo.</a:t>
            </a:r>
          </a:p>
        </p:txBody>
      </p:sp>
    </p:spTree>
    <p:extLst>
      <p:ext uri="{BB962C8B-B14F-4D97-AF65-F5344CB8AC3E}">
        <p14:creationId xmlns:p14="http://schemas.microsoft.com/office/powerpoint/2010/main" val="17885179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DocSecurity>0</DocSecurity>
  <PresentationFormat>Panorámica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2026-10-04T03:16:00Z</dcterms:created>
  <dcterms:modified xsi:type="dcterms:W3CDTF">2026-10-04T09:19:59Z</dcterms:modified>
</cp:coreProperties>
</file>