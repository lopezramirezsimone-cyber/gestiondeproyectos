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D6FC705-2681-4D64-A439-14254AB66675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6E3551C-8830-4C5A-AB87-746D4A09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CB274B4-BD17-455A-8DA6-41E3D71D8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CC0AC074-03F8-4CED-A20B-4B5A44AF3540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BE6DF42A-6D2C-46BB-94AB-8A7842EC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CF010EE-34F7-46F9-A33C-D1A76CB31A6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9E61FC5-55E8-4148-A784-C360E072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D7B4516-5A74-4153-B26A-B1140A197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4BE8821-4BF8-4586-92F0-F9B6A695AD6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9920715-33A7-4689-8485-02986B47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408C202D-34F5-437A-8428-00C43210A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C8778552-C23F-4C0C-9A2C-5199385FCAA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08C3412-CD01-4E27-8232-33E40E66EF1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A2121D-1513-43DB-BD75-A34C9BA2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F1D4361-1963-453D-90C5-FB2972335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D7D2159-DC32-473F-B15C-21FDF22B48E1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0FC1D2-2208-4B42-9709-94B8EEC7CC0D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8CCF65-3F81-49FA-AA76-D652E50AB136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3F09DD-A268-4975-A372-44D772BD3C0B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B338EF-B940-4B04-B9C9-4D9ABB52E777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86CD3F-3B8C-4855-ACBE-EDC72CB024D1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2186D8B-479C-4870-86C5-3506EE3EB8B1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6F953C0-0B61-4D5A-8388-F188D6FFDE45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8329A3-9183-4D54-BC51-DD5140770906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6.3 · Banco de ejercicios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3C026AB-4CEC-47B6-B5AC-A49B9E5504DC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04 de octubre de 2026.</a:t>
            </a:r>
          </a:p>
        </p:txBody>
      </p:sp>
    </p:spTree>
    <p:extLst>
      <p:ext uri="{BB962C8B-B14F-4D97-AF65-F5344CB8AC3E}">
        <p14:creationId xmlns:p14="http://schemas.microsoft.com/office/powerpoint/2010/main" val="118950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9989643-2A79-4C7F-8979-EF883C07793D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92D0902-A3AC-46FE-9510-BCFB9030414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46B20F-F2FF-4D96-ACBD-979F7853121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cierre formal organiza la entrega de un proyecto y deja claras las responsabilidades posteriores. En esta actividad se preparan listas de revisión para los tres sistemas y formatos para registrar aceptación, pendientes, documentos y recursos. Cada caso se trabaja según la función que ofrece a su usuario.</a:t>
            </a:r>
          </a:p>
        </p:txBody>
      </p:sp>
    </p:spTree>
    <p:extLst>
      <p:ext uri="{BB962C8B-B14F-4D97-AF65-F5344CB8AC3E}">
        <p14:creationId xmlns:p14="http://schemas.microsoft.com/office/powerpoint/2010/main" val="171020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AB92776-E7FE-493C-A663-F3CB0B8EDF0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EC21E19-8E98-43BF-98AA-883E8A9E6C3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2D07DF-C448-4EA0-B63A-4E4974B010B9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Cerrar un proyecto sin revisar sus documentos puede dejar tareas sin responsable o una entrega difícil de mantener. Los formatos ayudan a comprobar el alcance, identificar los gastos pendientes y acordar quién conservará la información. Una firma de aceptación debe apoyarse en una revisión de la entrega.</a:t>
            </a:r>
          </a:p>
        </p:txBody>
      </p:sp>
    </p:spTree>
    <p:extLst>
      <p:ext uri="{BB962C8B-B14F-4D97-AF65-F5344CB8AC3E}">
        <p14:creationId xmlns:p14="http://schemas.microsoft.com/office/powerpoint/2010/main" val="205190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1B9D730-7074-4816-98D5-6608F0A5EEA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 de la práctica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A4AB20-4E24-413E-ABE6-251B11174E0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C6139C-E649-4365-98C6-0E79C614E25B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Preparar el cierre de ReservaLab, TurnoCampus y MaterialControl mediante listas de verificación y documentos editables. Revisar los entregables, organizar el cierre financiero, definir la transferencia operativa y registrar las condiciones para liberar al equipo y solicitar la aceptación.</a:t>
            </a:r>
          </a:p>
        </p:txBody>
      </p:sp>
    </p:spTree>
    <p:extLst>
      <p:ext uri="{BB962C8B-B14F-4D97-AF65-F5344CB8AC3E}">
        <p14:creationId xmlns:p14="http://schemas.microsoft.com/office/powerpoint/2010/main" val="88483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EFED759-2B93-4ACD-BF96-77458840546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Procedimiento de cierre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EFFF83-E204-4721-B093-1E787C39E8F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Orden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Actividad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Comparar la entrega con el alcance acordado.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Lista de requisitos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pruebas y pendientes con el usuario.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Evidencia de 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Conciliar gastos y compromisos.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Registro financiero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Entregar manuales, archivos y accesos.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Acta de transferencia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Asignar soporte y liberar recursos.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Relación de responsables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Registrar la decisión y las lecciones.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Acta de cierre e informe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38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A5D8644-4D39-49CE-8937-8F431DEAD37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 · Lista de cierre de 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B43C7A9-1571-4C74-847C-4AD692A9866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Revisión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Condición para completar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Entrega funcional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Calendario y flujo de aprobación revisados.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verificar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 recurrente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Todas las fechas comprobadas sin coincidencias.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verificar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Manual entregado al coordinador del laboratorio.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Finanzas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Gastos y compromisos conciliados.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Sin registro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Coordinador revisa resultados y firma el acta.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96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9B04AE7-06F8-4E9F-979D-F3266888320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 · Lista de cierre de 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3037AD-3468-4329-A65D-9AA5CD9360C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Revisión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Condición para completar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Entrega funcional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Reserva, cancelación y atención revisadas.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verificar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Recordatorio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Solo aparece para una cita vigente.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verificar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Personal de atención recibe guía y responsabilidades.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Finanzas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Gastos y compromisos conciliados.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Sin registro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Servicios escolares revisa resultados y firma.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60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5D50B39-C9A9-4D97-8B8D-6E9CEEDAC4F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 · Lista de cierre de 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63D7CB-A73A-4654-8A4D-676E112C13E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Revisión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Condición para completar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Entrega funcional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Entradas, préstamos y devoluciones revisados.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verificar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Existencias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Sin cantidades negativas; aviso de mínimo vigente.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verificar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Almacén recibe manual y procedimiento de respaldo.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Finanzas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Gastos y compromisos conciliados.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Sin registro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Encargado revisa cantidades e historial y firma.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75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2E12DA-1642-4A30-B280-D4A09475EAC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4 · Lecciones para el cierre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21528D-34AB-4D54-9BCE-C339E7231E4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Lección de la planeación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Recomendación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 repetición aumenta las fechas por revisar.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Incluir conflictos parciales en las pruebas.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Cancelar una cita afecta el aviso al estudiante.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juntos estado, cupo y recordatorio.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Cada movimiento cambia la existencia disponible.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Comparar el historial con el saldo de material.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Una entrega requiere responsables y documentos.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Preparar el expediente antes de pedir la firma.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705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CF6393D-A1A8-433B-9ABC-22D0C4CBA6D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Expediente final de cada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46849B-CD03-418A-8B1C-187A928AF54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Documento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Contenido que debe conservar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Acta de 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Decisión, pendientes, responsables, fecha y firmas.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Informe 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Alcance, resultados, tiempo, costos y pendientes.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Registro de cambios y riesgos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Solicitud, decisión, efecto y riesgos pendientes.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Lecciones y documentación técnica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Aprendizajes, manuales, archivos y mantenimiento.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Evidencia de 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Pruebas revisadas y conformidad del usuario.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411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94E47A-2CA3-40C8-9C17-F83456E4774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Formato 1 · Acta de cierre e informe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EAAB35-31DE-4AC6-AA23-7FEA51C60AA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Campo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Contenido para ReservaLab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 y 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ReservaLab: calendario, aprobación, historial y repetición semanal.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Decisión de 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 de revisión de pruebas y aceptación del coordinador.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Pendientes / 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Validar conflictos de fechas / responsable de pruebas por asignar.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Informe anexo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Comparar plan con fechas y gastos reales; adjuntar pruebas.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Responsable: __________  Fecha: __________  Firma: 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932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F0E3A8B-A24A-468F-931E-84EB4EA8A074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Formato 2 · Cambios y riesgos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70C62E7-5E86-4B57-B542-F3625BA1DE6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Detalle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Seguimiento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 RL-04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 semanal recurrente: 7 días estimados.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Comprobar cada fecha.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 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Recordatorio de cita: 5 días estimados.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cancelaciones.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 MC-08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Aviso de mínimo: 6 días estimados.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Actualizar tras movimientos.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Riesgo de 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sin pruebas o sin responsable operativo.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Mantener el cierre pendiente hasta reunir evidencia.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196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C3A87C5-B86D-4FB8-AABE-56733561142D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Formato 3 · Lecciones y entrega técnica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A7094E-622D-4A73-AEE0-9FF2189C27E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Sistema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Información para quien lo operará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Roles de docente/coordinador, aprobación y manejo de conflictos.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Configuración de horarios y cupos; cancelación y atención.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Catálogo, movimientos, mínimos y consulta del historial.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Archivos por entregar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Manual de uso, configuración, archivos del proyecto y respaldo.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Acuerdo de soporte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Registrar responsable, canal de contacto y fecha de transferencia.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66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E5A40F8-9E83-4EA9-8B75-D284D9CA1E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Formato 4 · Evidencia de aceptación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219DB1-9A09-44AF-BCFF-0FE6AFFA421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Caso de prueba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Registro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ReservaLab: horario ocupado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Rechazar coincidencia; informar fecha afectada.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Resultado y captura por añadir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TurnoCampus: cancelar cita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Liberar cupo y retirar recordatorio.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Resultado y captura por añadir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MaterialControl: préstamo excesivo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Rechazar salida; conservar saldo.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Resultado y captura por añadir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Revisión del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Confirmar funciones y registrar observaciones.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Nombre, fecha y firma por registrar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52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D7C6727-0626-4080-8296-4AF431B3ED3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 comparativo del cierre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3987FD-634A-4F28-80C8-14A73C5CD17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EE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documentar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documentar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documentar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Finanzas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conciliar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conciliar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conciliar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Coordinador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Servicios escolares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Almacén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885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DFDC61E-2104-4891-8595-75640F665D0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36210E-55D4-473E-A454-1ED458A307E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23B2EBD-50C9-4615-A5D8-A9FA6916AFC6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expediente de cierre reúne lo necesario para entregar cada sistema de manera ordenada. Las listas indican qué revisar y los formatos permiten conservar resultados, pendientes y responsables. Con esta preparación se podrá solicitar la aceptación después de comprobar las funciones, conciliar los gastos y acordar la transferencia operativa.</a:t>
            </a:r>
          </a:p>
        </p:txBody>
      </p:sp>
    </p:spTree>
    <p:extLst>
      <p:ext uri="{BB962C8B-B14F-4D97-AF65-F5344CB8AC3E}">
        <p14:creationId xmlns:p14="http://schemas.microsoft.com/office/powerpoint/2010/main" val="16818230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Microsoft Office PowerPoint</Application>
  <DocSecurity>0</DocSecurity>
  <PresentationFormat>Panorámica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2026-10-04T04:07:05Z</dcterms:created>
  <dcterms:modified xsi:type="dcterms:W3CDTF">2026-10-04T10:13:55Z</dcterms:modified>
</cp:coreProperties>
</file>