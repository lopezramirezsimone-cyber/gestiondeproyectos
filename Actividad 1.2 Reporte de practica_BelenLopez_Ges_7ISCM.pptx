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012099EE-BDAA-4EE9-8872-CF621D13B7D2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7FF0AB3-6CAA-475A-BAE8-9A550C00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34088B1-2687-4C19-A133-B3BCE66FA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67756652-6636-4D33-8FC9-A9502E7A1CD0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BD9624B-AB15-4F69-868A-6F1D86F5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5EC16E6-85A5-49C0-95A3-FE2229275D7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A2EFA2D-23E2-4E6F-935F-241E9DB8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23627821-5CC4-470B-A41F-5371BF51C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2F5A5E6-179B-49A8-8873-381D8C0F4C2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3B8DA79-A7A5-40CF-973F-4B4EC0A3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0B01946E-6E86-4F19-9522-C69262ECD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126561CC-2E7B-4ECB-9EE6-0C71B97ECB0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78BBA3D-4096-4843-B472-2E3BCFF087B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F3DEC28-FF57-4CE0-9773-D24DF2A9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88E8938C-C467-4FC4-AB7D-3CCC1CC0A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189A826-E465-45D0-8DE2-09A5EAF06A44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F47E96-2285-4245-BB7C-E22E383C68CB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A5322C-2BA2-427A-95C1-08FA8B8746EF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4FE9A5-67E4-4A00-A623-58D4A043B242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AF0E0AE-2DE5-4076-BA24-CA4110A6EE9E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37BF81-65A3-4443-9716-28E4C0A8CF8F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2857BBE-631C-405D-8DB9-9F9054170806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148D56B-87F8-43E6-8150-986EFAD8FD75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5E0078D-CF90-4EE1-AAFB-98CE7294B266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</a:t>
            </a:r>
            <a:r>
              <a:rPr sz="1725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del </a:t>
            </a:r>
            <a:r>
              <a:rPr sz="1725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trabajo</a:t>
            </a:r>
            <a:r>
              <a:rPr sz="1725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 dirty="0" err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</a:t>
            </a:r>
            <a:r>
              <a:rPr sz="1725" b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es-MX" sz="1725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1.2</a:t>
            </a:r>
            <a:endParaRPr sz="1725" b="0" dirty="0"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362AB71-56F4-4F25-9CEC-4B356526C212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Comalapa, Chiapas. 14 de agosto de 2026.</a:t>
            </a:r>
          </a:p>
        </p:txBody>
      </p:sp>
    </p:spTree>
    <p:extLst>
      <p:ext uri="{BB962C8B-B14F-4D97-AF65-F5344CB8AC3E}">
        <p14:creationId xmlns:p14="http://schemas.microsoft.com/office/powerpoint/2010/main" val="110382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1B32AB2-3FFC-4D68-8DA4-C9970CDE9D8B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8CBB227-8C00-43F1-B99A-71263AB29CE4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  <a:r>
              <a:rPr lang="es-MX" sz="16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endParaRPr sz="16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B2D103-F705-4CBB-8360-4EE93DD9CF9B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0287000" cy="3476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planeación de un sistema comienza por entender qué necesidad atenderá y quién lo utilizará. Esta práctica presenta tres propuestas para un entorno escolar: ReservaLab, TurnoCampus y MaterialControl. Cada una organiza una actividad distinta y describe su problema, objetivos, recursos y alcance. Los apartados permiten comparar las ideas y definir una primera versión antes de comenzar el desarrollo.</a:t>
            </a:r>
          </a:p>
        </p:txBody>
      </p:sp>
    </p:spTree>
    <p:extLst>
      <p:ext uri="{BB962C8B-B14F-4D97-AF65-F5344CB8AC3E}">
        <p14:creationId xmlns:p14="http://schemas.microsoft.com/office/powerpoint/2010/main" val="765865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ADA4EF5-D63B-4070-A91D-6E8091EC9D0B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467BAC4-72C8-475B-8745-C3716375372D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0C0C745-33AC-4A61-B2A8-AF36C7D0DBA9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0287000" cy="3476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Documentar una propuesta ayuda a decidir qué funciones son necesarias y cuáles pueden esperar. En los casos planteados, la organización de horarios, la atención escolar y el préstamo de materiales requieren reglas claras. Los formularios reúnen esa información para reducir confusiones, reconocer riesgos y planear un trabajo que pueda realizarse con los recursos disponibles.</a:t>
            </a:r>
          </a:p>
        </p:txBody>
      </p:sp>
    </p:spTree>
    <p:extLst>
      <p:ext uri="{BB962C8B-B14F-4D97-AF65-F5344CB8AC3E}">
        <p14:creationId xmlns:p14="http://schemas.microsoft.com/office/powerpoint/2010/main" val="363298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5EF5B5D-FD2E-440F-801A-BE10403F2D1F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Herramientas utilizadas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A58D942-5C58-4981-97C5-531760212681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C057F40-727B-4FC3-BCFE-2951831F0CC3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CAD59DB-E8E8-41DE-A31E-1D6E890C6DB9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PowerPoint: presentación y fichas de las propuestas.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Word o Google Docs: formato previsto para los formularios completos.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Navegador: consulta y revisión de información.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8AD6C14-A44A-41F1-A6EB-F11A13B608C7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Desarrollo propuesto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DF9C9B-680E-4F38-BE01-EAC855AFDDAE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Visual Studio Code: edición del sistema web.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GitHub: registro de cambios y respaldo.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PostgreSQL: almacenamiento de datos.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Estas herramientas son una propuesta técnica.</a:t>
            </a:r>
          </a:p>
        </p:txBody>
      </p:sp>
    </p:spTree>
    <p:extLst>
      <p:ext uri="{BB962C8B-B14F-4D97-AF65-F5344CB8AC3E}">
        <p14:creationId xmlns:p14="http://schemas.microsoft.com/office/powerpoint/2010/main" val="330075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6B3A588A-F3DA-4D7E-B1B7-32B90F64B711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1. Revisión del formato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28D0DD-70E6-4FDB-932A-59B2D664668C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BCE1C0-D909-4D9C-8E25-81A7C0789F01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Apartados revisados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6C3F60B-5435-4E9E-8B9F-9810EE609503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Información general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Problema y justificación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Objetivos del proyecto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Alcance de la primera versión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C20934-BFC4-41F1-9B94-E31ECAD776DF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Criterio de trabajo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ADF303-02FF-458F-9E8D-83E706792AFB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Cada propuesta responde a una necesidad concreta del entorno escolar.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descripción distingue el trabajo de planeación de las funciones que se desarrollarían después.</a:t>
            </a:r>
          </a:p>
        </p:txBody>
      </p:sp>
    </p:spTree>
    <p:extLst>
      <p:ext uri="{BB962C8B-B14F-4D97-AF65-F5344CB8AC3E}">
        <p14:creationId xmlns:p14="http://schemas.microsoft.com/office/powerpoint/2010/main" val="332386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8D0FBF8-0FF4-4E54-BF77-65CBF240E5F7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2. Selección de proyectos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8015BE-7E66-4CA2-84BF-0814A6F9685D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B0AFEF-8099-4C7F-9AD8-A43551F3F80A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 y TurnoCampus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9F70B48-2395-4481-B12F-F145BC9F5A82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 organiza el uso de laboratorios y evita solicitudes para un mismo horario.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 permite solicitar una cita para trámites y atención escolar.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8D274E-CE59-4ECE-BEC9-4C4E66137757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MaterialControl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57140D-157A-4F86-9752-6CD0121FCBFB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 registra existencias, préstamos y devoluciones de materiales.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Las tres propuestas comparten el uso de una aplicación web, pero atienden procesos diferentes.</a:t>
            </a:r>
          </a:p>
        </p:txBody>
      </p:sp>
    </p:spTree>
    <p:extLst>
      <p:ext uri="{BB962C8B-B14F-4D97-AF65-F5344CB8AC3E}">
        <p14:creationId xmlns:p14="http://schemas.microsoft.com/office/powerpoint/2010/main" val="149607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8B45706-20B8-4C17-9CE5-725C4BF28957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3. Información general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1DA8FCB-B842-452E-A62B-1C83CE61B953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925CC2-4C5E-496B-A174-B8F5347FA674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8049907-3DA7-4C68-AEFB-7B236651BCD1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Área: coordinación de laboratorios.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Usuarios: docentes y responsables.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Tipo: sistema web interno.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Entregable: calendario de reservas.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Plazo propuesto: seis semanas.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8B4F86C-7EBF-417A-AA8C-5B4F7BA55119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TurnoCampus y MaterialControl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E3D04E4-B5B3-4FF3-9D76-E211DBC8ED35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servicios escolares. Su entregable es una agenda de atención.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almacén escolar. Su entregable es un registro de existencias y préstamos.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Responsable académico: Simone Belén López Ramírez.</a:t>
            </a:r>
          </a:p>
        </p:txBody>
      </p:sp>
    </p:spTree>
    <p:extLst>
      <p:ext uri="{BB962C8B-B14F-4D97-AF65-F5344CB8AC3E}">
        <p14:creationId xmlns:p14="http://schemas.microsoft.com/office/powerpoint/2010/main" val="94903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1B78E75-E7F1-4CC8-A4B2-0C1E9C7E11C3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4. Problema y 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CF4E7B-8C53-41C0-A1E6-255F51480D29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CF1F318-7E38-405F-849B-AC16A8A990D8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Necesidades detectadas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CB9FDE7-7391-4487-89AB-6DC56D85F6D4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solicitudes de horario que pueden coincidir.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atención sin una agenda común.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dificultad para conocer qué materiales están disponibles.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93C8533-CB06-4F65-9BFF-D5FED57209F4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Beneficios y riesgos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A47E35A-9056-4EB7-820A-614B1C600FD1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Se propone consultar la información en un solo lugar y conservar el historial.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Riesgos iniciales: registros incompletos, cambios en las reglas de atención y falta de conexión.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Son supuestos del caso académico.</a:t>
            </a:r>
          </a:p>
        </p:txBody>
      </p:sp>
    </p:spTree>
    <p:extLst>
      <p:ext uri="{BB962C8B-B14F-4D97-AF65-F5344CB8AC3E}">
        <p14:creationId xmlns:p14="http://schemas.microsoft.com/office/powerpoint/2010/main" val="8986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AD5318C-BA23-44DB-9308-93DE0ED56653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5. Objetivos del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7164CF0-D6BF-4D1E-A8C7-5F551AC40CAD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D04853-41EA-4571-9871-26A9295DE56E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Objetivos generales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229A1D0-D5C0-472A-B21B-C52740F0AFB5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organizar las reservas de laboratorios.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administrar las citas de atención escolar.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controlar existencias y préstamos.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B23996-C193-408E-B2F8-45F28D6365AB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Objetivos específicos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1330D3-E679-4454-B736-F7C9FE94586E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Registrar los datos de cada solicitud o movimiento.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Consultar disponibilidad antes de confirmar.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Mostrar el estado de cada registro.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Conservar un historial para revisión.</a:t>
            </a:r>
          </a:p>
        </p:txBody>
      </p:sp>
    </p:spTree>
    <p:extLst>
      <p:ext uri="{BB962C8B-B14F-4D97-AF65-F5344CB8AC3E}">
        <p14:creationId xmlns:p14="http://schemas.microsoft.com/office/powerpoint/2010/main" val="167357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C2651D4-756B-4313-9C43-A510EDFB6568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6. Alcance del proyecto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50545E0-0CA8-4C88-9423-AE4D5E3BF7F7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9C785A-566E-4AA3-B280-38F5B18717EA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Primera versión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7A91061-60C9-444C-A664-B614793A9B9D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calendario, solicitudes y aprobación.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horarios, citas y cancelaciones.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catálogo, movimientos y devoluciones.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6028FF9-D17A-40FE-80A8-BAE43F62397F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Límites definidos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B63E1B1-326F-410F-A79A-D0E71E76E51F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Acceso mediante cuentas autorizadas de la institución.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Sin pagos en línea, lectores físicos ni integración con sistemas externos.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aplicación móvil queda para una etapa posterior.</a:t>
            </a:r>
          </a:p>
        </p:txBody>
      </p:sp>
    </p:spTree>
    <p:extLst>
      <p:ext uri="{BB962C8B-B14F-4D97-AF65-F5344CB8AC3E}">
        <p14:creationId xmlns:p14="http://schemas.microsoft.com/office/powerpoint/2010/main" val="314612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56B3F50-9E0B-4D9C-B933-D9FAA09F7233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Herramientas de 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AB83068-788A-423F-95E4-1805B6765374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6FA8B8B-B1F4-43E9-AFEF-F76EE799B1BC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Recursos y usuarios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97EB24E-BDEA-4ABA-9118-E7D13B48F1AD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Software: HTML, CSS, JavaScript, Node.js y PostgreSQL.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Equipo: computadora de desarrollo y servidor de pruebas.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Usuarios: docentes y coordinación.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997C62E-7E05-4516-AB2B-4CC18084AFED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Metodología y funciones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BB5B1F5-0F53-4E55-A073-A3B34D908D98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Scrum como método propuesto para revisar avances por etapas.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Funciones: consultar calendario, pedir horario, aprobar reservas y revisar historial.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Regla central: evitar reservas simultáneas del mismo laboratorio.</a:t>
            </a:r>
          </a:p>
        </p:txBody>
      </p:sp>
    </p:spTree>
    <p:extLst>
      <p:ext uri="{BB962C8B-B14F-4D97-AF65-F5344CB8AC3E}">
        <p14:creationId xmlns:p14="http://schemas.microsoft.com/office/powerpoint/2010/main" val="174611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71BC3569-FD01-4ACA-89CD-67EBBBFA4B6D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Herramientas de TurnoCampus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445EAC1-E364-4EC2-A7C5-5FC5BEE48828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56F818-3F87-4FBC-A2F6-EDFF9FF6B007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Recursos y usuarios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45AF561-94D7-41D6-8537-82F8B0FCB53A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Software: Python, Flask, HTML, CSS y PostgreSQL.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Equipo: computadora y navegador para las pruebas.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Usuarios: estudiantes y personal de atención.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F4C62EC-4D87-4F0F-A54F-CE044DEADA24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Metodología y funciones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A9398A-B938-4DBA-A0CE-8FBD982620EA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Kanban como método propuesto para ordenar las tareas del desarrollo.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Funciones: mostrar horarios, agendar, cancelar y marcar citas atendidas.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Regla central: respetar el número de citas disponible por horario.</a:t>
            </a:r>
          </a:p>
        </p:txBody>
      </p:sp>
    </p:spTree>
    <p:extLst>
      <p:ext uri="{BB962C8B-B14F-4D97-AF65-F5344CB8AC3E}">
        <p14:creationId xmlns:p14="http://schemas.microsoft.com/office/powerpoint/2010/main" val="152423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DD52CD3F-46F2-4543-A300-40A7E9037A7E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Herramientas de 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936888-0CF3-4F86-A353-2826FF3C0A9D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866B18E-D9B5-47B0-8950-EBEF50762268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Recursos y usuarios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471119-904B-4E7D-945B-93F624CA8B67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Software: Java, Spring Boot, HTML, CSS y PostgreSQL.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Equipo: computadora y servidor de pruebas.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Usuarios: encargado del almacén y personal autorizado.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A7F623-DB4D-4CE0-A226-8311FCDA57B8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Metodología y funciones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78A9805-CBF4-464E-8D58-650E8E0222DB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Desarrollo incremental para añadir primero el catálogo y después los movimientos.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Funciones: altas, entradas, salidas, préstamos y devoluciones.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Regla central: registrar cada movimiento y evitar existencias negativas.</a:t>
            </a:r>
          </a:p>
        </p:txBody>
      </p:sp>
    </p:spTree>
    <p:extLst>
      <p:ext uri="{BB962C8B-B14F-4D97-AF65-F5344CB8AC3E}">
        <p14:creationId xmlns:p14="http://schemas.microsoft.com/office/powerpoint/2010/main" val="127713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777F2D9-93B0-4917-8234-9742179D58F3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 final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C995A1D-3EDC-4074-BE8D-EF4BDCFFB717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8805267-6AE6-4ED4-AA5D-6EB61E85765D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Propuestas organizadas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AD8A5CF-B3F1-4159-A64C-FD524E0CC279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03822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Los tres casos cuentan con una descripción del problema, objetivos y límites de la primera versión.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Cada propuesta identifica sus usuarios, recursos y funciones centrales.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63B734-4E72-45AC-A139-C2BEDDB0B6EF}"/>
              </a:ext>
            </a:extLst>
          </p:cNvPr>
          <p:cNvSpPr>
            <a:spLocks noGrp="1"/>
          </p:cNvSpPr>
          <p:nvPr/>
        </p:nvSpPr>
        <p:spPr>
          <a:xfrm>
            <a:off x="857250" y="4429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Estado del trabajo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A12BB09-1954-4DE9-8204-8BF5FA6B0C64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10382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resultado corresponde a la planeación académica.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desarrollo y las pruebas de los sistemas quedan como etapas posteriores.</a:t>
            </a:r>
          </a:p>
          <a:p>
            <a:pPr>
              <a:defRPr sz="180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No se presentan resultados de aplicaciones ya implementadas.</a:t>
            </a:r>
          </a:p>
        </p:txBody>
      </p:sp>
    </p:spTree>
    <p:extLst>
      <p:ext uri="{BB962C8B-B14F-4D97-AF65-F5344CB8AC3E}">
        <p14:creationId xmlns:p14="http://schemas.microsoft.com/office/powerpoint/2010/main" val="132785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EE6B0B0-C143-4A30-B9D8-2AA2A65F2EEA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Anexos de las propuestas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F4AAA61-C5C9-4D73-9466-7E7E22811479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7D4E622-F3E8-43B0-9F1C-8A6A2CDE9430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385BD4-63C3-4A6A-B93B-16B2E8777C54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3333750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Formulario de reserva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Docente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Laboratorio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Fecha y horario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Motivo de uso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Estado de aprobación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572518-2730-4365-B380-234CF17D3231}"/>
              </a:ext>
            </a:extLst>
          </p:cNvPr>
          <p:cNvSpPr>
            <a:spLocks noGrp="1"/>
          </p:cNvSpPr>
          <p:nvPr/>
        </p:nvSpPr>
        <p:spPr>
          <a:xfrm>
            <a:off x="4572000" y="2000250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TurnoCampus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3C67861-FE90-4762-8809-B67423073F9B}"/>
              </a:ext>
            </a:extLst>
          </p:cNvPr>
          <p:cNvSpPr>
            <a:spLocks noGrp="1"/>
          </p:cNvSpPr>
          <p:nvPr/>
        </p:nvSpPr>
        <p:spPr>
          <a:xfrm>
            <a:off x="4572000" y="2714625"/>
            <a:ext cx="3333750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Formulario de cita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Estudiante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Tipo de atención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Fecha y horario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Área responsable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Estado de la cita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0676ADE-03BE-43F0-8B9A-0D7B31F3395D}"/>
              </a:ext>
            </a:extLst>
          </p:cNvPr>
          <p:cNvSpPr>
            <a:spLocks noGrp="1"/>
          </p:cNvSpPr>
          <p:nvPr/>
        </p:nvSpPr>
        <p:spPr>
          <a:xfrm>
            <a:off x="8286750" y="2000250"/>
            <a:ext cx="333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MaterialControl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2602DEB-F823-422F-8CBE-44748F019A58}"/>
              </a:ext>
            </a:extLst>
          </p:cNvPr>
          <p:cNvSpPr>
            <a:spLocks noGrp="1"/>
          </p:cNvSpPr>
          <p:nvPr/>
        </p:nvSpPr>
        <p:spPr>
          <a:xfrm>
            <a:off x="8286750" y="2714625"/>
            <a:ext cx="3333750" cy="2809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Formulario de movimiento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 y cantidad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Tipo de movimiento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Persona responsable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Fecha de préstamo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Fecha de devolución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787C2A4-8B06-49EF-A298-C6A7C484E30A}"/>
              </a:ext>
            </a:extLst>
          </p:cNvPr>
          <p:cNvSpPr>
            <a:spLocks noGrp="1"/>
          </p:cNvSpPr>
          <p:nvPr/>
        </p:nvSpPr>
        <p:spPr>
          <a:xfrm>
            <a:off x="857250" y="5905500"/>
            <a:ext cx="9810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Esquemas de campos propuestos para los formularios.</a:t>
            </a:r>
          </a:p>
        </p:txBody>
      </p:sp>
    </p:spTree>
    <p:extLst>
      <p:ext uri="{BB962C8B-B14F-4D97-AF65-F5344CB8AC3E}">
        <p14:creationId xmlns:p14="http://schemas.microsoft.com/office/powerpoint/2010/main" val="1025560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C8ECFD3-7240-4A1D-9EDC-B5B5B5A23459}"/>
              </a:ext>
            </a:extLst>
          </p:cNvPr>
          <p:cNvSpPr>
            <a:spLocks noGrp="1"/>
          </p:cNvSpPr>
          <p:nvPr/>
        </p:nvSpPr>
        <p:spPr>
          <a:xfrm>
            <a:off x="723900" y="457200"/>
            <a:ext cx="1076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5C16E6-F5DA-40F3-9220-C4BF87E99C9E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D33E201-9091-4F8D-9A20-FB50730207B3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0287000" cy="3476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práctica muestra que una idea necesita una definición clara antes de convertirse en un sistema. ReservaLab, TurnoCampus y MaterialControl atienden necesidades distintas, por lo que sus funciones y reglas también cambian. Organizar sus formularios permite reconocer qué se quiere resolver, con qué recursos se cuenta y hasta dónde llegará la primera versión. Esta planeación ofrece una base para desarrollar cada propuesta de forma ordenada.</a:t>
            </a:r>
          </a:p>
        </p:txBody>
      </p:sp>
    </p:spTree>
    <p:extLst>
      <p:ext uri="{BB962C8B-B14F-4D97-AF65-F5344CB8AC3E}">
        <p14:creationId xmlns:p14="http://schemas.microsoft.com/office/powerpoint/2010/main" val="60522990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1074</Words>
  <Application>Microsoft Office PowerPoint</Application>
  <DocSecurity>0</DocSecurity>
  <PresentationFormat>Panorámica</PresentationFormat>
  <Paragraphs>159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2</cp:revision>
  <dcterms:created xsi:type="dcterms:W3CDTF">2026-10-04T02:50:05Z</dcterms:created>
  <dcterms:modified xsi:type="dcterms:W3CDTF">2026-10-04T08:57:29Z</dcterms:modified>
</cp:coreProperties>
</file>